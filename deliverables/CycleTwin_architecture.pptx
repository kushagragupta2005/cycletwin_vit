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e74991ce54c59" /><Relationship Type="http://schemas.openxmlformats.org/officeDocument/2006/relationships/extended-properties" Target="/docProps/app.xml" Id="Rdb15e9185d7e4430" /><Relationship Type="http://schemas.openxmlformats.org/officeDocument/2006/relationships/officeDocument" Target="/ppt/presentation.xml" Id="R5070cf19ce124a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76d8fbc3fa473a"/>
  </p:sldMasterIdLst>
  <p:notesMasterIdLst>
    <p:notesMasterId xmlns:r="http://schemas.openxmlformats.org/officeDocument/2006/relationships" r:id="R15b7b5e7977b4025"/>
  </p:notesMasterIdLst>
  <p:sldIdLst>
    <p:sldId xmlns:r="http://schemas.openxmlformats.org/officeDocument/2006/relationships" id="256" r:id="R5a7981f672be4a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53a39124d04baa" /><Relationship Type="http://schemas.openxmlformats.org/officeDocument/2006/relationships/slideMaster" Target="/ppt/slideMasters/slideMaster1.xml" Id="Re676d8fbc3fa473a" /><Relationship Type="http://schemas.openxmlformats.org/officeDocument/2006/relationships/notesMaster" Target="/ppt/notesMasters/notesMaster1.xml" Id="R15b7b5e7977b4025" /><Relationship Type="http://schemas.openxmlformats.org/officeDocument/2006/relationships/presProps" Target="/ppt/presProps.xml" Id="R695aa801bc944fe3" /><Relationship Type="http://schemas.openxmlformats.org/officeDocument/2006/relationships/tableStyles" Target="/ppt/tableStyles.xml" Id="Rab86c16467bc486a" /><Relationship Type="http://schemas.openxmlformats.org/officeDocument/2006/relationships/slide" Target="/ppt/slides/slide1.xml" Id="R5a7981f672be4a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28a7dc9d64c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12221c48d4187" /><Relationship Type="http://schemas.openxmlformats.org/officeDocument/2006/relationships/notesMaster" Target="/ppt/notesMasters/notesMaster1.xml" Id="R6c458aa0d4d6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docs/claims.json. EHR-lite is implemented. XML parsing is a separate adapter demonstration and is not connected to scoring.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fdcac950540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bf91f77c347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dfafbda7c46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c07a2d3aba47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027bb92c7a4d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d0f709c27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7CC5AD-D4B8-4EA7-860B-CC013B7B2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A94C464-1EF8-44A4-9CE5-D863DA18AB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F83FDC-C5B6-4274-9DCC-2F1B2FB5E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0F2A9A-0990-439C-BF3C-8CE711F5C1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6128FC-0645-44D2-A22F-5AD34A0C1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A166B3-1D9E-4D65-8A4B-F53779D61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5AC067-1949-420B-BDDA-D8450903E6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DA655C1-EDF6-49AA-AAA2-A981806857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C638B2-C8FD-45C0-83CF-331E6A4B0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EA813B-7B1A-4EF1-89F5-10E0D58A2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f8616a3ff4a7f" /><Relationship Type="http://schemas.openxmlformats.org/officeDocument/2006/relationships/slideLayout" Target="/ppt/slideLayouts/slideLayout1.xml" Id="R8e25dcca194d48a4" /><Relationship Type="http://schemas.openxmlformats.org/officeDocument/2006/relationships/slideLayout" Target="/ppt/slideLayouts/slideLayout2.xml" Id="Rae0ec55136e44a30" /><Relationship Type="http://schemas.openxmlformats.org/officeDocument/2006/relationships/slideLayout" Target="/ppt/slideLayouts/slideLayout3.xml" Id="Rbff95273bfb24539" /><Relationship Type="http://schemas.openxmlformats.org/officeDocument/2006/relationships/slideLayout" Target="/ppt/slideLayouts/slideLayout4.xml" Id="R19516a2878ff46c2" /><Relationship Type="http://schemas.openxmlformats.org/officeDocument/2006/relationships/slideLayout" Target="/ppt/slideLayouts/slideLayout5.xml" Id="R49b8ec20675341ab" /><Relationship Type="http://schemas.openxmlformats.org/officeDocument/2006/relationships/slideLayout" Target="/ppt/slideLayouts/slideLayout6.xml" Id="R22d268b67d74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5dcca194d48a4"/>
    <p:sldLayoutId xmlns:r="http://schemas.openxmlformats.org/officeDocument/2006/relationships" id="2147483650" r:id="Rae0ec55136e44a30"/>
    <p:sldLayoutId xmlns:r="http://schemas.openxmlformats.org/officeDocument/2006/relationships" id="2147483651" r:id="Rbff95273bfb24539"/>
    <p:sldLayoutId xmlns:r="http://schemas.openxmlformats.org/officeDocument/2006/relationships" id="2147483652" r:id="R19516a2878ff46c2"/>
    <p:sldLayoutId xmlns:r="http://schemas.openxmlformats.org/officeDocument/2006/relationships" id="2147483653" r:id="R49b8ec20675341ab"/>
    <p:sldLayoutId xmlns:r="http://schemas.openxmlformats.org/officeDocument/2006/relationships" id="2147483654" r:id="R22d268b67d74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3fae7cf59b4f99" /><Relationship Type="http://schemas.openxmlformats.org/officeDocument/2006/relationships/notesSlide" Target="/ppt/notesSlides/notesSlide1.xml" Id="R8b6fdce167cd45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CCEE9-E89A-4F1E-8937-16DEFA2BA287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620000" y="5214938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1C98F-2344-4F2A-9E9D-207A159DC1CD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906000" y="4000500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C87A8-8245-4FA5-9643-4D1D91DBDE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20000" y="3429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7ACA3-64B5-4628-A6C6-E3E15852EF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762375" y="3429000"/>
            <a:ext cx="714375" cy="738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B408-5C23-4CD6-B21F-C821475C918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738438"/>
            <a:ext cx="714375" cy="690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766E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0812E-658E-44B0-A483-CAFC86C0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17242B"/>
                </a:solidFill>
                <a:latin typeface="Arial"/>
                <a:ea typeface="Arial"/>
                <a:cs typeface="Arial"/>
              </a:rPr>
              <a:t>CycleTwin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7E357-A940-4D73-A7A4-D4970D7B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inputs and one persisted fitted prediction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58FA1-8EEA-43E7-A731-D990C2C3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static EHR-lite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Oracle-adjacent internals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F31BAC-A14B-4732-93C9-7487FBC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Synthetic nightly data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Calendar and wearables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80683-5B42-49AD-ADD7-40547EFE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Shared feature builder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Training median and scaling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4D1B0-50A7-448F-AC65-D698385B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Persisted logistic model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Validation calibration and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F6480-05DE-4C5D-B411-61BD00A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14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Fail-closed safety gate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Withhold personal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6ADAC-2F86-46F9-989A-90931FA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14875"/>
            <a:ext cx="3143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Doctor / Kushi dashboard</a:t>
            </a:r>
          </a:p>
          <a:p xmlns:a="http://schemas.openxmlformats.org/drawingml/2006/main">
            <a:pPr>
              <a:defRPr sz="180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42B"/>
                </a:solidFill>
                <a:latin typeface="Arial"/>
                <a:ea typeface="Arial"/>
                <a:cs typeface="Arial"/>
              </a:rPr>
              <a:t>Probability and exact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71EAA-639F-4CAA-9E57-E1836CFA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3143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EF"/>
          </a:solidFill>
          <a:ln xmlns:a="http://schemas.openxmlformats.org/drawingml/2006/main" w="9525">
            <a:solidFill>
              <a:srgbClr val="C8DCD5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defPPr>
            <a:lvl1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1pPr>
            <a:lvl2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2pPr>
            <a:lvl3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3pPr>
            <a:lvl4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4pPr>
            <a:lvl5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5pPr>
            <a:lvl6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6pPr>
            <a:lvl7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7pPr>
            <a:lvl8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8pPr>
            <a:lvl9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2B"/>
                </a:solidFill>
                <a:latin typeface="Arial"/>
                <a:ea typeface="Arial"/>
                <a:cs typeface="Arial"/>
              </a:rPr>
              <a:t>Separate illustrative twin</a:t>
            </a:r>
          </a:p>
          <a:p xmlns:a="http://schemas.openxmlformats.org/drawingml/2006/main">
            <a:pPr>
              <a:defRPr sz="1650">
                <a:solidFill>
                  <a:srgbClr val="17242B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7242B"/>
                </a:solidFill>
                <a:latin typeface="Arial"/>
                <a:ea typeface="Arial"/>
                <a:cs typeface="Arial"/>
              </a:rPr>
              <a:t>No contribution to fitted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F39E8-B5AF-403F-B507-FFF70B63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575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57B"/>
                </a:solidFill>
                <a:latin typeface="Arial"/>
                <a:ea typeface="Arial"/>
                <a:cs typeface="Arial"/>
              </a:rPr>
              <a:t>Synthetic research prototype. 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955596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2026-10-20T08:43:50.4050000Z</dcterms:created>
  <dcterms:modified xsi:type="dcterms:W3CDTF">2026-10-20T08:43:50.4050000Z</dcterms:modified>
</coreProperties>
</file>