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a26f9db457b4503" /><Relationship Type="http://schemas.openxmlformats.org/officeDocument/2006/relationships/extended-properties" Target="/docProps/app.xml" Id="R86d59e702c15425c" /><Relationship Type="http://schemas.openxmlformats.org/officeDocument/2006/relationships/officeDocument" Target="/ppt/presentation.xml" Id="R0b847fbb24fd4cb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48b4c1939d545a2"/>
  </p:sldMasterIdLst>
  <p:notesMasterIdLst>
    <p:notesMasterId xmlns:r="http://schemas.openxmlformats.org/officeDocument/2006/relationships" r:id="R2007d8a40d2f47f7"/>
  </p:notesMasterIdLst>
  <p:sldIdLst>
    <p:sldId xmlns:r="http://schemas.openxmlformats.org/officeDocument/2006/relationships" id="256" r:id="Rd453355faea9433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10852fa34314d84" /><Relationship Type="http://schemas.openxmlformats.org/officeDocument/2006/relationships/slideMaster" Target="/ppt/slideMasters/slideMaster1.xml" Id="R148b4c1939d545a2" /><Relationship Type="http://schemas.openxmlformats.org/officeDocument/2006/relationships/notesMaster" Target="/ppt/notesMasters/notesMaster1.xml" Id="R2007d8a40d2f47f7" /><Relationship Type="http://schemas.openxmlformats.org/officeDocument/2006/relationships/presProps" Target="/ppt/presProps.xml" Id="R2ee53b54c9b54c0e" /><Relationship Type="http://schemas.openxmlformats.org/officeDocument/2006/relationships/tableStyles" Target="/ppt/tableStyles.xml" Id="R686578b115e44145" /><Relationship Type="http://schemas.openxmlformats.org/officeDocument/2006/relationships/slide" Target="/ppt/slides/slide1.xml" Id="Rd453355faea9433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f7c643921074b8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198de4e759d4a0b" /><Relationship Type="http://schemas.openxmlformats.org/officeDocument/2006/relationships/notesMaster" Target="/ppt/notesMasters/notesMaster1.xml" Id="R7e18015bbd5544b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docs/claims.json. EHR-lite is implemented. XML parsing is a separate adapter demonstration and is not connected to scoring.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51cca0067643d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bdc648e148495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d79ae2507d494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41ede3199b49b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9dd17addfa4e5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13398300874ea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FAAD3D4-34F7-485E-AF4F-28174803567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5E97888-7713-4B3B-BBB3-D54CE3E7B53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3442719-859F-4E2C-B64E-D3969B5CA0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027BB26-5033-4F73-87AC-395AFB8FBE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9AD81BC-538E-4A1B-B12D-C3DD539CB3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E4D4008-7208-4336-85FC-1274C1AFB1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1601C5E-8F93-4692-85AD-2139B103B49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3853C48-52D0-4D02-8926-1FCF20AE014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9ED8934-BB99-4BD0-8368-0282BCFBA3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BC346B1-552C-4ED9-9258-2E46B3A029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54b0ab867604793" /><Relationship Type="http://schemas.openxmlformats.org/officeDocument/2006/relationships/slideLayout" Target="/ppt/slideLayouts/slideLayout1.xml" Id="Rf98fe8c8704b45c6" /><Relationship Type="http://schemas.openxmlformats.org/officeDocument/2006/relationships/slideLayout" Target="/ppt/slideLayouts/slideLayout2.xml" Id="Rcb59d11e66214bec" /><Relationship Type="http://schemas.openxmlformats.org/officeDocument/2006/relationships/slideLayout" Target="/ppt/slideLayouts/slideLayout3.xml" Id="R0882d86cdb0249bf" /><Relationship Type="http://schemas.openxmlformats.org/officeDocument/2006/relationships/slideLayout" Target="/ppt/slideLayouts/slideLayout4.xml" Id="Rd89a6855be9e4481" /><Relationship Type="http://schemas.openxmlformats.org/officeDocument/2006/relationships/slideLayout" Target="/ppt/slideLayouts/slideLayout5.xml" Id="R5509d4c774174fbd" /><Relationship Type="http://schemas.openxmlformats.org/officeDocument/2006/relationships/slideLayout" Target="/ppt/slideLayouts/slideLayout6.xml" Id="Rd059b50ff4304c7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98fe8c8704b45c6"/>
    <p:sldLayoutId xmlns:r="http://schemas.openxmlformats.org/officeDocument/2006/relationships" id="2147483650" r:id="Rcb59d11e66214bec"/>
    <p:sldLayoutId xmlns:r="http://schemas.openxmlformats.org/officeDocument/2006/relationships" id="2147483651" r:id="R0882d86cdb0249bf"/>
    <p:sldLayoutId xmlns:r="http://schemas.openxmlformats.org/officeDocument/2006/relationships" id="2147483652" r:id="Rd89a6855be9e4481"/>
    <p:sldLayoutId xmlns:r="http://schemas.openxmlformats.org/officeDocument/2006/relationships" id="2147483653" r:id="R5509d4c774174fbd"/>
    <p:sldLayoutId xmlns:r="http://schemas.openxmlformats.org/officeDocument/2006/relationships" id="2147483654" r:id="Rd059b50ff4304c7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88da69367b494c" /><Relationship Type="http://schemas.openxmlformats.org/officeDocument/2006/relationships/notesSlide" Target="/ppt/notesSlides/notesSlide1.xml" Id="Reffb75b498774fa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AAD12C-1FEE-4199-8BFE-CBA21F5404A8}"/>
              </a:ext>
            </a:extLst>
          </p:cNvPr>
          <p:cNvCxnSpPr>
            <a:stCxn xmlns:a="http://schemas.openxmlformats.org/drawingml/2006/main" id="7" idx="1"/>
            <a:endCxn xmlns:a="http://schemas.openxmlformats.org/drawingml/2006/main" id="8" idx="3"/>
          </p:cNvCxnSpPr>
          <p:nvPr/>
        </p:nvCxnSpPr>
        <p:spPr>
          <a:xfrm xmlns:a="http://schemas.openxmlformats.org/drawingml/2006/main" flipH="1">
            <a:off x="7620000" y="5214938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5C9BED-57FE-4F09-B5C5-2F9F606776F8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9906000" y="4000500"/>
            <a:ext cx="0" cy="7143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C1E5D6-18BC-413B-9439-A34B55999740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620000" y="3429000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668440-030C-40B3-BC27-CF09F2E31011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3762375" y="3429000"/>
            <a:ext cx="714375" cy="7381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16F100-1520-4A98-83CA-9C86452FEF5C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762375" y="2738438"/>
            <a:ext cx="714375" cy="6905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CEB0E3-2357-4460-AAE5-CAC02ACFB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CycleTwin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0B4EAA-9DC7-4164-AE75-E470E42A3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inputs and one persisted fitted prediction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62F431-2A8F-4840-A663-16F2EB106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383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static EHR-lite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Oracle-adjacent internals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F3F82B-D2E7-4027-BE42-F36A4E985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6712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nightly data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Calendar and wearables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B30912-7BA6-4D9D-B509-73A11D901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Shared feature builder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median and scaling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C52F65-5D66-4D6A-840A-7AB8E781D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Persisted logistic model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calibration and threshold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FCC589-42EA-43B8-8AF3-5BB017B6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Fail-closed safety gate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Withhold personal outputs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7810A3-28C4-42D9-BFEC-8941F20B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Doctor / Kushi dashboard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Probability and exact contributions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5A3832-0D8C-4EC2-A55F-A367E1BDE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91125"/>
            <a:ext cx="3143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EF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Separate illustrative twin</a:t>
            </a:r>
          </a:p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No contribution to fitted score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3440D8-3E9B-4A0B-9974-E21F44A1E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8727301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2026-10-20T09:02:28.1700000Z</dcterms:created>
  <dcterms:modified xsi:type="dcterms:W3CDTF">2026-10-20T09:02:28.1700000Z</dcterms:modified>
</coreProperties>
</file>