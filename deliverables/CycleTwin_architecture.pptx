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d5208987dc4fb0" /><Relationship Type="http://schemas.openxmlformats.org/officeDocument/2006/relationships/extended-properties" Target="/docProps/app.xml" Id="R4265b770ab224162" /><Relationship Type="http://schemas.openxmlformats.org/officeDocument/2006/relationships/officeDocument" Target="/ppt/presentation.xml" Id="R4e00e4dcb26b4e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0fa5cd9984aeb"/>
  </p:sldMasterIdLst>
  <p:notesMasterIdLst>
    <p:notesMasterId xmlns:r="http://schemas.openxmlformats.org/officeDocument/2006/relationships" r:id="R3d337d70f0354e2c"/>
  </p:notesMasterIdLst>
  <p:sldIdLst>
    <p:sldId xmlns:r="http://schemas.openxmlformats.org/officeDocument/2006/relationships" id="256" r:id="Rdef8dea5fc054b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cb4081e67841bd" /><Relationship Type="http://schemas.openxmlformats.org/officeDocument/2006/relationships/slideMaster" Target="/ppt/slideMasters/slideMaster1.xml" Id="Rae70fa5cd9984aeb" /><Relationship Type="http://schemas.openxmlformats.org/officeDocument/2006/relationships/notesMaster" Target="/ppt/notesMasters/notesMaster1.xml" Id="R3d337d70f0354e2c" /><Relationship Type="http://schemas.openxmlformats.org/officeDocument/2006/relationships/presProps" Target="/ppt/presProps.xml" Id="R8d180b15fcd646a7" /><Relationship Type="http://schemas.openxmlformats.org/officeDocument/2006/relationships/tableStyles" Target="/ppt/tableStyles.xml" Id="Rc60a2f0a7e064713" /><Relationship Type="http://schemas.openxmlformats.org/officeDocument/2006/relationships/slide" Target="/ppt/slides/slide1.xml" Id="Rdef8dea5fc054b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06db5fc5f845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61b4a9c37c41ec" /><Relationship Type="http://schemas.openxmlformats.org/officeDocument/2006/relationships/notesMaster" Target="/ppt/notesMasters/notesMaster1.xml" Id="R685f05f88f1246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docs/claims.json. EHR-lite is implemented. XML parsing is a separate adapter demonstration and is not connected to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e7e59b76840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5fa6bb4a7d41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5b21c7397743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d989f06f0346a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2bdb9ac2d45c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e11a734144e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92622B-994D-46C7-84D2-206F38C0A7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E75A22-EBBF-458C-9653-E8FE4E733D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5A6AA55-0ED2-4FC8-A0B4-55C0958061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C1AF23-7095-49D3-899F-7986FEA706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6E03D99-DA54-4387-A374-9E77E94231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47FB8AA-89CC-4525-8093-734464B37C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13126F-930F-4FE7-A0AB-21B767A4F3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61C1DEE-A3AF-4070-A9AC-D5F9DB73608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1AA172-DFB2-4723-9576-8E5F0D2383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79D2D60-1212-46A7-ABF9-FB5C233B3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b60e78b6aba469e" /><Relationship Type="http://schemas.openxmlformats.org/officeDocument/2006/relationships/slideLayout" Target="/ppt/slideLayouts/slideLayout1.xml" Id="R42192a100bd54a39" /><Relationship Type="http://schemas.openxmlformats.org/officeDocument/2006/relationships/slideLayout" Target="/ppt/slideLayouts/slideLayout2.xml" Id="R45be05113583489b" /><Relationship Type="http://schemas.openxmlformats.org/officeDocument/2006/relationships/slideLayout" Target="/ppt/slideLayouts/slideLayout3.xml" Id="Rc54cca4b04374184" /><Relationship Type="http://schemas.openxmlformats.org/officeDocument/2006/relationships/slideLayout" Target="/ppt/slideLayouts/slideLayout4.xml" Id="R42df9de311a54774" /><Relationship Type="http://schemas.openxmlformats.org/officeDocument/2006/relationships/slideLayout" Target="/ppt/slideLayouts/slideLayout5.xml" Id="R0fa7d2be04bc43de" /><Relationship Type="http://schemas.openxmlformats.org/officeDocument/2006/relationships/slideLayout" Target="/ppt/slideLayouts/slideLayout6.xml" Id="Ra492f456501a43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192a100bd54a39"/>
    <p:sldLayoutId xmlns:r="http://schemas.openxmlformats.org/officeDocument/2006/relationships" id="2147483650" r:id="R45be05113583489b"/>
    <p:sldLayoutId xmlns:r="http://schemas.openxmlformats.org/officeDocument/2006/relationships" id="2147483651" r:id="Rc54cca4b04374184"/>
    <p:sldLayoutId xmlns:r="http://schemas.openxmlformats.org/officeDocument/2006/relationships" id="2147483652" r:id="R42df9de311a54774"/>
    <p:sldLayoutId xmlns:r="http://schemas.openxmlformats.org/officeDocument/2006/relationships" id="2147483653" r:id="R0fa7d2be04bc43de"/>
    <p:sldLayoutId xmlns:r="http://schemas.openxmlformats.org/officeDocument/2006/relationships" id="2147483654" r:id="Ra492f456501a43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f6b7ae4cec4eb1" /><Relationship Type="http://schemas.openxmlformats.org/officeDocument/2006/relationships/notesSlide" Target="/ppt/notesSlides/notesSlide1.xml" Id="R0f7e54e9ded84ba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8F9FD1-7895-470A-8208-A7311A1A758F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67D3-EBA4-48DB-B927-D5EAD54CEDDB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9C6D0E-4C2C-40C3-9201-C6CD8E195634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810BA-3B96-446B-849F-6C8848B4FBD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50357-F4B1-40C3-939B-2D98D0CB426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579C2D-9665-4DBC-B779-911AA3D60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41B313-609C-4D79-AD17-9C72FA0A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inputs and one persisted fitted prediction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56DC1-E5CD-48C8-A89D-E4363C96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D0B80-8403-4AA5-9C65-92D26304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CED8C-6B0F-4101-B42E-AF7F0F13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24276-B396-4B37-935A-1A9FB8B9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69C7A-C92D-4FD2-A54D-F86A945F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99E0B-DD77-4507-AC73-DAC33FF4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994C9-E2A9-4751-83CD-A803B7F2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DC50B6-2BF6-467A-B027-813B1933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922371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2026-10-20T09:09:25.3600000Z</dcterms:created>
  <dcterms:modified xsi:type="dcterms:W3CDTF">2026-10-20T09:09:25.3600000Z</dcterms:modified>
</coreProperties>
</file>