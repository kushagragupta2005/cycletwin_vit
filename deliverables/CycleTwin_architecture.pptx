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3cf40bc8b54590" /><Relationship Type="http://schemas.openxmlformats.org/officeDocument/2006/relationships/extended-properties" Target="/docProps/app.xml" Id="R2eb70c064a7a44b0" /><Relationship Type="http://schemas.openxmlformats.org/officeDocument/2006/relationships/officeDocument" Target="/ppt/presentation.xml" Id="Rd8d89f97baac46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79495123c4472c"/>
  </p:sldMasterIdLst>
  <p:notesMasterIdLst>
    <p:notesMasterId xmlns:r="http://schemas.openxmlformats.org/officeDocument/2006/relationships" r:id="Ra51ccb19fe45464c"/>
  </p:notesMasterIdLst>
  <p:sldIdLst>
    <p:sldId xmlns:r="http://schemas.openxmlformats.org/officeDocument/2006/relationships" id="256" r:id="R3c326f0e8fc742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2100ba75a849b0" /><Relationship Type="http://schemas.openxmlformats.org/officeDocument/2006/relationships/slideMaster" Target="/ppt/slideMasters/slideMaster1.xml" Id="Ra979495123c4472c" /><Relationship Type="http://schemas.openxmlformats.org/officeDocument/2006/relationships/notesMaster" Target="/ppt/notesMasters/notesMaster1.xml" Id="Ra51ccb19fe45464c" /><Relationship Type="http://schemas.openxmlformats.org/officeDocument/2006/relationships/presProps" Target="/ppt/presProps.xml" Id="R1da7eefc521944b4" /><Relationship Type="http://schemas.openxmlformats.org/officeDocument/2006/relationships/tableStyles" Target="/ppt/tableStyles.xml" Id="R839b1eb176414b87" /><Relationship Type="http://schemas.openxmlformats.org/officeDocument/2006/relationships/slide" Target="/ppt/slides/slide1.xml" Id="R3c326f0e8fc742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073cb49d9248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d84fd861ed472c" /><Relationship Type="http://schemas.openxmlformats.org/officeDocument/2006/relationships/notesMaster" Target="/ppt/notesMasters/notesMaster1.xml" Id="R0d67dda7025948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6cf5cbb4874b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7e7486720447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ca75f7a6e24f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53e340b75f487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ca4bd8c8504f4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986580d41f45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349723-4642-4C1A-A78B-D2892074A1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0B4F3B2-10FF-443F-A442-8BC5246220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D4C71D5-961A-48DA-92C8-E4AE73E9BE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3DD3CA-DBFA-40BB-914F-3CBE54E02A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E765510-B36E-45E1-91F9-57DDA6FFD9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0B3768-32EF-4458-8DCB-CD4A0343AC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4264238-5150-48B9-A747-75CE43FA46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5E90554-5EF9-48D9-A921-B09FDA7979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DF5465-37B0-443E-BCB4-DA29313FF8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2E51547-3363-4892-B069-03A8695549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12936476494494" /><Relationship Type="http://schemas.openxmlformats.org/officeDocument/2006/relationships/slideLayout" Target="/ppt/slideLayouts/slideLayout1.xml" Id="R28cfecd67f6c42e0" /><Relationship Type="http://schemas.openxmlformats.org/officeDocument/2006/relationships/slideLayout" Target="/ppt/slideLayouts/slideLayout2.xml" Id="R21377d687287495c" /><Relationship Type="http://schemas.openxmlformats.org/officeDocument/2006/relationships/slideLayout" Target="/ppt/slideLayouts/slideLayout3.xml" Id="R6d553fa352694e5c" /><Relationship Type="http://schemas.openxmlformats.org/officeDocument/2006/relationships/slideLayout" Target="/ppt/slideLayouts/slideLayout4.xml" Id="Rb04dfd9935bd427c" /><Relationship Type="http://schemas.openxmlformats.org/officeDocument/2006/relationships/slideLayout" Target="/ppt/slideLayouts/slideLayout5.xml" Id="Rdbe7c55a9ff8480f" /><Relationship Type="http://schemas.openxmlformats.org/officeDocument/2006/relationships/slideLayout" Target="/ppt/slideLayouts/slideLayout6.xml" Id="Rad6925212a3f45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cfecd67f6c42e0"/>
    <p:sldLayoutId xmlns:r="http://schemas.openxmlformats.org/officeDocument/2006/relationships" id="2147483650" r:id="R21377d687287495c"/>
    <p:sldLayoutId xmlns:r="http://schemas.openxmlformats.org/officeDocument/2006/relationships" id="2147483651" r:id="R6d553fa352694e5c"/>
    <p:sldLayoutId xmlns:r="http://schemas.openxmlformats.org/officeDocument/2006/relationships" id="2147483652" r:id="Rb04dfd9935bd427c"/>
    <p:sldLayoutId xmlns:r="http://schemas.openxmlformats.org/officeDocument/2006/relationships" id="2147483653" r:id="Rdbe7c55a9ff8480f"/>
    <p:sldLayoutId xmlns:r="http://schemas.openxmlformats.org/officeDocument/2006/relationships" id="2147483654" r:id="Rad6925212a3f45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fe3b529fd94509" /><Relationship Type="http://schemas.openxmlformats.org/officeDocument/2006/relationships/notesSlide" Target="/ppt/notesSlides/notesSlide1.xml" Id="R60322422060b49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8BF58-21C1-4DD9-BFCF-6C61BFAEE9EA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DD6E20-BF08-4408-997D-F5950D048A9E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99ED4-2AF8-4DDD-8F1C-2B49CF6F871A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FCAA43-D449-4E8D-B02E-71C459BB842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F36B8-4187-459C-A4AF-8CEBFE0A4AC6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354A33-66FE-4A9C-85A8-8F26B49B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3A50B-3AFC-4495-967B-32D03B7E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F00CF5-EEA9-48BB-B209-80561EB4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505BF8-8576-4D84-AAFC-FA514573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D612A-52ED-4C10-AEBA-DD75D4C5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A7C883-4605-4219-B9DB-F328BE3F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55207A-E094-4C8B-948F-0A10C3C7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2407D-302C-4C54-8F17-65C26052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44EAD-95D8-4887-B2D7-341319DC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F9238-E9A4-4C19-A56E-27ED0490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063585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2026-10-20T08:25:46.9680000Z</dcterms:created>
  <dcterms:modified xsi:type="dcterms:W3CDTF">2026-10-20T08:25:46.9680000Z</dcterms:modified>
</coreProperties>
</file>