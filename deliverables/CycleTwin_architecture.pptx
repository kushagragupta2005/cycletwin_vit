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64d3aa6a104179" /><Relationship Type="http://schemas.openxmlformats.org/officeDocument/2006/relationships/extended-properties" Target="/docProps/app.xml" Id="Rb2d4d69fd9a94d55" /><Relationship Type="http://schemas.openxmlformats.org/officeDocument/2006/relationships/officeDocument" Target="/ppt/presentation.xml" Id="Ra4dec4ab792e4b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89ee49092f4b9b"/>
  </p:sldMasterIdLst>
  <p:notesMasterIdLst>
    <p:notesMasterId xmlns:r="http://schemas.openxmlformats.org/officeDocument/2006/relationships" r:id="R436ec766098b4e0a"/>
  </p:notesMasterIdLst>
  <p:sldIdLst>
    <p:sldId xmlns:r="http://schemas.openxmlformats.org/officeDocument/2006/relationships" id="256" r:id="Re49ad578d67e48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b24b98613644d6" /><Relationship Type="http://schemas.openxmlformats.org/officeDocument/2006/relationships/slideMaster" Target="/ppt/slideMasters/slideMaster1.xml" Id="Ra489ee49092f4b9b" /><Relationship Type="http://schemas.openxmlformats.org/officeDocument/2006/relationships/notesMaster" Target="/ppt/notesMasters/notesMaster1.xml" Id="R436ec766098b4e0a" /><Relationship Type="http://schemas.openxmlformats.org/officeDocument/2006/relationships/presProps" Target="/ppt/presProps.xml" Id="Ra4b74e6771fd4b66" /><Relationship Type="http://schemas.openxmlformats.org/officeDocument/2006/relationships/tableStyles" Target="/ppt/tableStyles.xml" Id="R5ad48beb77454c88" /><Relationship Type="http://schemas.openxmlformats.org/officeDocument/2006/relationships/slide" Target="/ppt/slides/slide1.xml" Id="Re49ad578d67e48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e13934a49342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6469bad1fc4561" /><Relationship Type="http://schemas.openxmlformats.org/officeDocument/2006/relationships/notesMaster" Target="/ppt/notesMasters/notesMaster1.xml" Id="R012569a337aa43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afa0149ed94a8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28d1b69dd741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b7b4a1c6e44c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f72d91bd7f40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af5a37d754b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e021f0669448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C20123-AAF2-4E9B-988E-556A4BDAC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A89C23D-2B94-45F9-8C95-132DF45F2C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CF5FE39-92CC-4E22-BA65-C7C27AC55D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D2BA07-BBEB-4376-8CB2-FAD9F23C36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9153648-BFD2-4981-BA78-BB989E5A60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EDE0127-953B-42A3-8574-12CDF6E542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36D7A33-CBD0-40EA-AE63-F915C4541C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3C0B585-25DE-4D4B-AFAF-0EC019EAD4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2F606D9-07A8-411D-97CB-6AB0A69BE1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E00E4A-34E9-4A03-903C-1CF7331727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bc58f58d5a4cf9" /><Relationship Type="http://schemas.openxmlformats.org/officeDocument/2006/relationships/slideLayout" Target="/ppt/slideLayouts/slideLayout1.xml" Id="R642da518d7984d08" /><Relationship Type="http://schemas.openxmlformats.org/officeDocument/2006/relationships/slideLayout" Target="/ppt/slideLayouts/slideLayout2.xml" Id="Ra12b7de4f2474e80" /><Relationship Type="http://schemas.openxmlformats.org/officeDocument/2006/relationships/slideLayout" Target="/ppt/slideLayouts/slideLayout3.xml" Id="R1ac83b64f91c4dbc" /><Relationship Type="http://schemas.openxmlformats.org/officeDocument/2006/relationships/slideLayout" Target="/ppt/slideLayouts/slideLayout4.xml" Id="R82d034f59c614283" /><Relationship Type="http://schemas.openxmlformats.org/officeDocument/2006/relationships/slideLayout" Target="/ppt/slideLayouts/slideLayout5.xml" Id="Rd952947887e64b10" /><Relationship Type="http://schemas.openxmlformats.org/officeDocument/2006/relationships/slideLayout" Target="/ppt/slideLayouts/slideLayout6.xml" Id="R98cde746778a49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2da518d7984d08"/>
    <p:sldLayoutId xmlns:r="http://schemas.openxmlformats.org/officeDocument/2006/relationships" id="2147483650" r:id="Ra12b7de4f2474e80"/>
    <p:sldLayoutId xmlns:r="http://schemas.openxmlformats.org/officeDocument/2006/relationships" id="2147483651" r:id="R1ac83b64f91c4dbc"/>
    <p:sldLayoutId xmlns:r="http://schemas.openxmlformats.org/officeDocument/2006/relationships" id="2147483652" r:id="R82d034f59c614283"/>
    <p:sldLayoutId xmlns:r="http://schemas.openxmlformats.org/officeDocument/2006/relationships" id="2147483653" r:id="Rd952947887e64b10"/>
    <p:sldLayoutId xmlns:r="http://schemas.openxmlformats.org/officeDocument/2006/relationships" id="2147483654" r:id="R98cde746778a49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26694d548c4d0d" /><Relationship Type="http://schemas.openxmlformats.org/officeDocument/2006/relationships/notesSlide" Target="/ppt/notesSlides/notesSlide1.xml" Id="R178b2b18f9ab4c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277BA4-E33D-4483-9513-31E9DB58FC00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4953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D643D-0555-43C0-81FF-3EBFBCBA5A12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385762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21F6F-919D-4F48-82D3-14B7E0E84138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28612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57CCA-84DA-421A-B8C7-E1B08628AE8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286125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60A7F-A683-4229-B381-E4D910E13CC1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690813"/>
            <a:ext cx="714375" cy="5953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2F30C5-D6CA-429D-807F-ADD04A66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AD155B-7516-4177-86C3-35FF5630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80DF0-4046-484E-9E0B-E3FF9EE0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90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CEFD96-1544-4503-9247-B71BBF2C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F9E46-0EB2-4E59-9FEC-DA9A0550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14625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9915C9-BB0E-468C-8CBE-429BAF22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14625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4CA461-619C-4C21-95B1-2E45BC4A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76750"/>
            <a:ext cx="3143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A3652-E4F0-49D8-9DD8-F30415DF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3143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8BA16-E6AD-4327-8E02-A180B1CE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314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3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77F2C-9509-4CC1-B5A5-960E523C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3143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17242B"/>
                </a:solidFill>
                <a:latin typeface="Arial"/>
                <a:ea typeface="Arial"/>
                <a:cs typeface="Arial"/>
              </a:rPr>
              <a:t>Bayesian timing posterior</a:t>
            </a:r>
          </a:p>
          <a:p xmlns:a="http://schemas.openxmlformats.org/drawingml/2006/main">
            <a: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17242B"/>
                </a:solidFill>
                <a:latin typeface="Arial"/>
                <a:ea typeface="Arial"/>
                <a:cs typeface="Arial"/>
              </a:rPr>
              <a:t>Evaluated separately; not used in score or alerts</a:t>
            </a:r>
          </a:p>
          <a:p xmlns:a="http://schemas.openxmlformats.org/drawingml/2006/main">
            <a:pPr>
              <a:defRPr sz="10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17242B"/>
                </a:solidFill>
                <a:latin typeface="Arial"/>
                <a:ea typeface="Arial"/>
                <a:cs typeface="Arial"/>
              </a:rPr>
              <a:t>Brier 0.098 vs logistic 0.117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BB8697-61CB-4CF9-9755-4DC2BF4B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33838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2026-10-20T09:58:31.3960000Z</dcterms:created>
  <dcterms:modified xsi:type="dcterms:W3CDTF">2026-10-20T09:58:31.3960000Z</dcterms:modified>
</coreProperties>
</file>