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87651b0ad3b49e2" /><Relationship Type="http://schemas.openxmlformats.org/officeDocument/2006/relationships/extended-properties" Target="/docProps/app.xml" Id="R17c3a1b6dafd4800" /><Relationship Type="http://schemas.openxmlformats.org/officeDocument/2006/relationships/officeDocument" Target="/ppt/presentation.xml" Id="R7e355c7f028845c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c4d4a2d61bf467b"/>
  </p:sldMasterIdLst>
  <p:notesMasterIdLst>
    <p:notesMasterId xmlns:r="http://schemas.openxmlformats.org/officeDocument/2006/relationships" r:id="Rf7f18a86d22c4bb3"/>
  </p:notesMasterIdLst>
  <p:sldIdLst>
    <p:sldId xmlns:r="http://schemas.openxmlformats.org/officeDocument/2006/relationships" id="256" r:id="R75245360f46e495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4a41ad2ce5246db" /><Relationship Type="http://schemas.openxmlformats.org/officeDocument/2006/relationships/slideMaster" Target="/ppt/slideMasters/slideMaster1.xml" Id="R2c4d4a2d61bf467b" /><Relationship Type="http://schemas.openxmlformats.org/officeDocument/2006/relationships/notesMaster" Target="/ppt/notesMasters/notesMaster1.xml" Id="Rf7f18a86d22c4bb3" /><Relationship Type="http://schemas.openxmlformats.org/officeDocument/2006/relationships/presProps" Target="/ppt/presProps.xml" Id="R63725ae67e4f4838" /><Relationship Type="http://schemas.openxmlformats.org/officeDocument/2006/relationships/tableStyles" Target="/ppt/tableStyles.xml" Id="Rec63607e1d584697" /><Relationship Type="http://schemas.openxmlformats.org/officeDocument/2006/relationships/slide" Target="/ppt/slides/slide1.xml" Id="R75245360f46e49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be670b31c644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a3bf684f3e54768" /><Relationship Type="http://schemas.openxmlformats.org/officeDocument/2006/relationships/notesMaster" Target="/ppt/notesMasters/notesMaster1.xml" Id="R760700e63aac4c7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docs/claims.json. EHR-lite is implemented. XML parsing is a separate adapter demonstration and is not connected to scoring.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f689febe3b4cf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64e5017729484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c3f75499b44de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9239db2c134f8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6fddd9a58c4c0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9d54113605447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C908894-1D86-490C-A059-34963EF0B2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1DEFDB2-5066-4056-8B7A-11A8BF94808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4AB1A51-DF91-43FC-A704-BBA2329E9B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670C518-8BC7-42DF-BC17-39764622F5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A0F8148-800D-4CC1-BB60-82556E737E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8AAF36B-4A29-46AB-B1A1-A81931B87B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CDC1C89-F272-4225-8955-B1B02FC520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D618839-D983-42A8-A1E3-399D81E5773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BF51F84-A3D6-4932-85D5-B830DB5B8F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DB9177E-24EB-42E3-A77F-87DD29595C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66a0f5869e49ed" /><Relationship Type="http://schemas.openxmlformats.org/officeDocument/2006/relationships/slideLayout" Target="/ppt/slideLayouts/slideLayout1.xml" Id="R0b32296566844b2d" /><Relationship Type="http://schemas.openxmlformats.org/officeDocument/2006/relationships/slideLayout" Target="/ppt/slideLayouts/slideLayout2.xml" Id="Rf80ed8fd0c2d4e34" /><Relationship Type="http://schemas.openxmlformats.org/officeDocument/2006/relationships/slideLayout" Target="/ppt/slideLayouts/slideLayout3.xml" Id="Rbe2a4bb456f043e8" /><Relationship Type="http://schemas.openxmlformats.org/officeDocument/2006/relationships/slideLayout" Target="/ppt/slideLayouts/slideLayout4.xml" Id="R91b8e806cc044e5b" /><Relationship Type="http://schemas.openxmlformats.org/officeDocument/2006/relationships/slideLayout" Target="/ppt/slideLayouts/slideLayout5.xml" Id="Rd849dafa938047bd" /><Relationship Type="http://schemas.openxmlformats.org/officeDocument/2006/relationships/slideLayout" Target="/ppt/slideLayouts/slideLayout6.xml" Id="Rf5a1ada626534f7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32296566844b2d"/>
    <p:sldLayoutId xmlns:r="http://schemas.openxmlformats.org/officeDocument/2006/relationships" id="2147483650" r:id="Rf80ed8fd0c2d4e34"/>
    <p:sldLayoutId xmlns:r="http://schemas.openxmlformats.org/officeDocument/2006/relationships" id="2147483651" r:id="Rbe2a4bb456f043e8"/>
    <p:sldLayoutId xmlns:r="http://schemas.openxmlformats.org/officeDocument/2006/relationships" id="2147483652" r:id="R91b8e806cc044e5b"/>
    <p:sldLayoutId xmlns:r="http://schemas.openxmlformats.org/officeDocument/2006/relationships" id="2147483653" r:id="Rd849dafa938047bd"/>
    <p:sldLayoutId xmlns:r="http://schemas.openxmlformats.org/officeDocument/2006/relationships" id="2147483654" r:id="Rf5a1ada626534f7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d06525cb5f431f" /><Relationship Type="http://schemas.openxmlformats.org/officeDocument/2006/relationships/notesSlide" Target="/ppt/notesSlides/notesSlide1.xml" Id="Rb8b1204df56d472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B7F7DC-3D33-4FA7-87B2-9D16F3E4BFC9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620000" y="52149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F8343C-9B97-48E5-A387-25BA2844851E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9906000" y="4000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F31B72-5715-4E0D-8A21-B367CAEDA7E1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20000" y="34290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B5E786-AF4E-4290-8EE8-228767C67B90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762375" y="3429000"/>
            <a:ext cx="714375" cy="738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B5631F-91D4-4B81-9AB8-2877E269C76F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762375" y="2738438"/>
            <a:ext cx="714375" cy="690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E62164-2672-420E-86AD-3796FFC2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CycleTwin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2FA589-ED90-4470-A877-A8422070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inputs and one persisted fitted prediction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B58250-ABB8-4DF2-9D5D-D9DCF704B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static EHR-lite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Oracle-adjacent internals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FF84BB-3C7F-4212-B614-5E29E084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67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nightly data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Calendar and wearables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52FE47-C144-4855-880B-A9704B7F5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Shared feature builder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 and scaling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BCF2DF-052C-4426-B68C-6BF6B95DC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logistic model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calibration and threshold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AFACA6-9946-4242-BA9C-2D59EB812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Fail-closed safety gate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 personal outputs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3E6DCB-1DC1-486C-A327-385648EF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Doctor / Kushi dashboard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Probability and exact contributions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24CBF3-D18F-40E6-A85C-AE06B88E4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9112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EF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illustrative twin</a:t>
            </a:r>
          </a:p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contribution to fitted score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3F5800-3BB0-42D4-8DA9-16786E59E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6378630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2026-10-20T09:14:18.4240000Z</dcterms:created>
  <dcterms:modified xsi:type="dcterms:W3CDTF">2026-10-20T09:14:18.4240000Z</dcterms:modified>
</coreProperties>
</file>