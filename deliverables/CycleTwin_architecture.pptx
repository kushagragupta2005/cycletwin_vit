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50af574eb54320" /><Relationship Type="http://schemas.openxmlformats.org/officeDocument/2006/relationships/extended-properties" Target="/docProps/app.xml" Id="R43a070893b8d4a72" /><Relationship Type="http://schemas.openxmlformats.org/officeDocument/2006/relationships/officeDocument" Target="/ppt/presentation.xml" Id="Re0662de9e2474d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ede184bf654368"/>
  </p:sldMasterIdLst>
  <p:notesMasterIdLst>
    <p:notesMasterId xmlns:r="http://schemas.openxmlformats.org/officeDocument/2006/relationships" r:id="R3f8b2306841b4f54"/>
  </p:notesMasterIdLst>
  <p:sldIdLst>
    <p:sldId xmlns:r="http://schemas.openxmlformats.org/officeDocument/2006/relationships" id="256" r:id="R9d9ebc75933541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3ac57249014688" /><Relationship Type="http://schemas.openxmlformats.org/officeDocument/2006/relationships/slideMaster" Target="/ppt/slideMasters/slideMaster1.xml" Id="Rbbede184bf654368" /><Relationship Type="http://schemas.openxmlformats.org/officeDocument/2006/relationships/notesMaster" Target="/ppt/notesMasters/notesMaster1.xml" Id="R3f8b2306841b4f54" /><Relationship Type="http://schemas.openxmlformats.org/officeDocument/2006/relationships/presProps" Target="/ppt/presProps.xml" Id="Rd6e357452a1744f0" /><Relationship Type="http://schemas.openxmlformats.org/officeDocument/2006/relationships/tableStyles" Target="/ppt/tableStyles.xml" Id="R86544c96e5ad4f9b" /><Relationship Type="http://schemas.openxmlformats.org/officeDocument/2006/relationships/slide" Target="/ppt/slides/slide1.xml" Id="R9d9ebc75933541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3ef05f4de848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53805473204676" /><Relationship Type="http://schemas.openxmlformats.org/officeDocument/2006/relationships/notesMaster" Target="/ppt/notesMasters/notesMaster1.xml" Id="R380c56bc94f64e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9d9b0208ef40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968c130de34e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417c41872742b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9bf04a9ac44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0596f455d4446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499439609b44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8764FC-351A-4D6C-8D50-53372163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A60F78A-410D-442F-AAE0-1CEFEB7AD9F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FA677C4-D82F-4717-BF20-AF7E235592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13EE7A-221D-4D83-9870-D27A4F986C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B79E89F-326E-48EE-8FEB-6168BA0112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68D99AF-5015-43B2-8150-1FAA35AB37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A0895A-34C5-4157-BA7E-132A9ED57C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F6BC2BB-B45F-4FC4-A01C-FF52906AB5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359AF8-A674-48F0-99AF-1314002308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CA73A2A-DCA9-4683-89B9-1D156C0702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70e2d2bd0645ce" /><Relationship Type="http://schemas.openxmlformats.org/officeDocument/2006/relationships/slideLayout" Target="/ppt/slideLayouts/slideLayout1.xml" Id="R2991a105a80641ca" /><Relationship Type="http://schemas.openxmlformats.org/officeDocument/2006/relationships/slideLayout" Target="/ppt/slideLayouts/slideLayout2.xml" Id="Rfc4e83f3b8744a5e" /><Relationship Type="http://schemas.openxmlformats.org/officeDocument/2006/relationships/slideLayout" Target="/ppt/slideLayouts/slideLayout3.xml" Id="Rdc8d3761dd0a4801" /><Relationship Type="http://schemas.openxmlformats.org/officeDocument/2006/relationships/slideLayout" Target="/ppt/slideLayouts/slideLayout4.xml" Id="R11878ba452b740d2" /><Relationship Type="http://schemas.openxmlformats.org/officeDocument/2006/relationships/slideLayout" Target="/ppt/slideLayouts/slideLayout5.xml" Id="R1691c55adc3e472e" /><Relationship Type="http://schemas.openxmlformats.org/officeDocument/2006/relationships/slideLayout" Target="/ppt/slideLayouts/slideLayout6.xml" Id="R7b82bf74242e41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91a105a80641ca"/>
    <p:sldLayoutId xmlns:r="http://schemas.openxmlformats.org/officeDocument/2006/relationships" id="2147483650" r:id="Rfc4e83f3b8744a5e"/>
    <p:sldLayoutId xmlns:r="http://schemas.openxmlformats.org/officeDocument/2006/relationships" id="2147483651" r:id="Rdc8d3761dd0a4801"/>
    <p:sldLayoutId xmlns:r="http://schemas.openxmlformats.org/officeDocument/2006/relationships" id="2147483652" r:id="R11878ba452b740d2"/>
    <p:sldLayoutId xmlns:r="http://schemas.openxmlformats.org/officeDocument/2006/relationships" id="2147483653" r:id="R1691c55adc3e472e"/>
    <p:sldLayoutId xmlns:r="http://schemas.openxmlformats.org/officeDocument/2006/relationships" id="2147483654" r:id="R7b82bf74242e41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24b3b4f1324a07" /><Relationship Type="http://schemas.openxmlformats.org/officeDocument/2006/relationships/notesSlide" Target="/ppt/notesSlides/notesSlide1.xml" Id="R2bb490aa4e6f45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2FE2FF-4268-40BC-B9AB-2F4A5071012C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43C81-8CFE-4AD2-927F-0810B0C6FC4D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240802-E5BE-4D40-AC7A-FD2EDC33C45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7ABEDA-9D7A-41D4-AFA3-4A59FD12EFA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C3900-2694-4BDD-9CD8-411D8AC8DE8E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C36A46-3722-4823-81AA-5261266C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9F59B-4C9D-4BB1-A781-2BF65811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01496-4A2D-42AC-AD3B-0302DE68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1C3A5-2A30-46FC-A87D-2140C815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13CAE-B270-410E-B3C4-2F52AA51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21A71-BB28-4011-86F5-97C89CD0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ADFBD-29A3-4E40-AD91-B6BD6FF6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13DE0-7AE7-44C0-95DB-C68DED31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93C08-7A5A-455B-B6BF-BA63F809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45BEB-4C70-4448-985D-963A1F61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667934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2026-10-20T09:07:24.1210000Z</dcterms:created>
  <dcterms:modified xsi:type="dcterms:W3CDTF">2026-10-20T09:07:24.1210000Z</dcterms:modified>
</coreProperties>
</file>