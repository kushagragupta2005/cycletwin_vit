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0ebe35a2694467" /><Relationship Type="http://schemas.openxmlformats.org/officeDocument/2006/relationships/extended-properties" Target="/docProps/app.xml" Id="R4eb67945c3674c0a" /><Relationship Type="http://schemas.openxmlformats.org/officeDocument/2006/relationships/officeDocument" Target="/ppt/presentation.xml" Id="R9637ea8f22a449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08a51494334647"/>
  </p:sldMasterIdLst>
  <p:notesMasterIdLst>
    <p:notesMasterId xmlns:r="http://schemas.openxmlformats.org/officeDocument/2006/relationships" r:id="R1de33d00e81543d1"/>
  </p:notesMasterIdLst>
  <p:sldIdLst>
    <p:sldId xmlns:r="http://schemas.openxmlformats.org/officeDocument/2006/relationships" id="256" r:id="R78108ed53ec0480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31d7b0de014dc4" /><Relationship Type="http://schemas.openxmlformats.org/officeDocument/2006/relationships/slideMaster" Target="/ppt/slideMasters/slideMaster1.xml" Id="R8408a51494334647" /><Relationship Type="http://schemas.openxmlformats.org/officeDocument/2006/relationships/notesMaster" Target="/ppt/notesMasters/notesMaster1.xml" Id="R1de33d00e81543d1" /><Relationship Type="http://schemas.openxmlformats.org/officeDocument/2006/relationships/presProps" Target="/ppt/presProps.xml" Id="Rcd88e18efcd94daf" /><Relationship Type="http://schemas.openxmlformats.org/officeDocument/2006/relationships/tableStyles" Target="/ppt/tableStyles.xml" Id="Rd498cdc727e149af" /><Relationship Type="http://schemas.openxmlformats.org/officeDocument/2006/relationships/slide" Target="/ppt/slides/slide1.xml" Id="R78108ed53ec048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ddccde64aa47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60ec6fc5444742" /><Relationship Type="http://schemas.openxmlformats.org/officeDocument/2006/relationships/notesMaster" Target="/ppt/notesMasters/notesMaster1.xml" Id="R855d7dad5c134c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docs/claims.json. EHR-lite is implemented. XML parsing is a separate adapter demonstration and is not connected to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2c04e3ad1246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14591c109c4dd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c64bb32d9a491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ee21d74c95482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9920814ca44e4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2f16d4d67b4b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39AF3E-8C8C-411A-A794-3068B2D78F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6F52385-41F4-4FCF-801A-FB8A4D5AA2C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19A239D-6C94-4DB0-9E84-86CA7BF1D4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ACC6C3-166E-4CE1-984B-D568CA955F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81E12C6-42B4-408E-A72E-A2EF7A860A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86BD200-1239-44E7-AACE-67718DCC82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AB5255F-BF92-47B7-8EF9-80C2C1D4F1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81E2D94-8E9D-4674-AC1B-9E1FBF566A3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33B5593-2446-4289-BCDB-37D6BE2B9A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F72903-5997-4547-B356-F3E28ED5E1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fdf00e6b504e06" /><Relationship Type="http://schemas.openxmlformats.org/officeDocument/2006/relationships/slideLayout" Target="/ppt/slideLayouts/slideLayout1.xml" Id="Ree1ac80d3efc49e9" /><Relationship Type="http://schemas.openxmlformats.org/officeDocument/2006/relationships/slideLayout" Target="/ppt/slideLayouts/slideLayout2.xml" Id="Ra37448663e46435b" /><Relationship Type="http://schemas.openxmlformats.org/officeDocument/2006/relationships/slideLayout" Target="/ppt/slideLayouts/slideLayout3.xml" Id="R0c6e1b419a3c4275" /><Relationship Type="http://schemas.openxmlformats.org/officeDocument/2006/relationships/slideLayout" Target="/ppt/slideLayouts/slideLayout4.xml" Id="Rba787da387ee411b" /><Relationship Type="http://schemas.openxmlformats.org/officeDocument/2006/relationships/slideLayout" Target="/ppt/slideLayouts/slideLayout5.xml" Id="R8eab381c1eac4fd7" /><Relationship Type="http://schemas.openxmlformats.org/officeDocument/2006/relationships/slideLayout" Target="/ppt/slideLayouts/slideLayout6.xml" Id="R834a73e9bc7c4f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1ac80d3efc49e9"/>
    <p:sldLayoutId xmlns:r="http://schemas.openxmlformats.org/officeDocument/2006/relationships" id="2147483650" r:id="Ra37448663e46435b"/>
    <p:sldLayoutId xmlns:r="http://schemas.openxmlformats.org/officeDocument/2006/relationships" id="2147483651" r:id="R0c6e1b419a3c4275"/>
    <p:sldLayoutId xmlns:r="http://schemas.openxmlformats.org/officeDocument/2006/relationships" id="2147483652" r:id="Rba787da387ee411b"/>
    <p:sldLayoutId xmlns:r="http://schemas.openxmlformats.org/officeDocument/2006/relationships" id="2147483653" r:id="R8eab381c1eac4fd7"/>
    <p:sldLayoutId xmlns:r="http://schemas.openxmlformats.org/officeDocument/2006/relationships" id="2147483654" r:id="R834a73e9bc7c4f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ebaa9e35c24464" /><Relationship Type="http://schemas.openxmlformats.org/officeDocument/2006/relationships/notesSlide" Target="/ppt/notesSlides/notesSlide1.xml" Id="Rb2b81c3c0e9440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98EE1D-C587-49CF-BD68-4D9BE1566416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975974-7022-4AFC-9240-35A72477A360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648D35-DDC6-450F-AB6C-327F71FD92BB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76EDE-E9C9-4BAF-91CD-83CBC741D7F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C4A014-6B00-4689-953A-3B77FAAC41E8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75D181-05B1-4AC0-86B9-97F69920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05A43F-757D-486A-ADC5-8405DB11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inputs and one persisted fitted prediction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5CA372-1D5E-49A0-8452-25ECD5A7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7B36A-F54E-4C94-B669-16B0E80E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7A3F1-CE83-4154-9EFA-F2B4BE04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CED6BB-ED89-484E-B11E-E023D245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76F972-F253-4C93-B7B9-C6F99A22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014DD-1B9D-4DD5-8ADA-9E9CD2C0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FAF77C-59E8-4EEA-BEE5-3BB79467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67A5D8-110B-439E-9057-D39906CD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756055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2026-10-20T09:05:05.8430000Z</dcterms:created>
  <dcterms:modified xsi:type="dcterms:W3CDTF">2026-10-20T09:05:05.8430000Z</dcterms:modified>
</coreProperties>
</file>