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a8e6300b3f4b1f" /><Relationship Type="http://schemas.openxmlformats.org/officeDocument/2006/relationships/extended-properties" Target="/docProps/app.xml" Id="R3e6c2e03cbb84026" /><Relationship Type="http://schemas.openxmlformats.org/officeDocument/2006/relationships/officeDocument" Target="/ppt/presentation.xml" Id="R5f392cee194d47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38572c23914cbd"/>
  </p:sldMasterIdLst>
  <p:notesMasterIdLst>
    <p:notesMasterId xmlns:r="http://schemas.openxmlformats.org/officeDocument/2006/relationships" r:id="Rb8209ce889b448f7"/>
  </p:notesMasterIdLst>
  <p:sldIdLst>
    <p:sldId xmlns:r="http://schemas.openxmlformats.org/officeDocument/2006/relationships" id="256" r:id="R923f6e6baa5b44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d2d2d82156438e" /><Relationship Type="http://schemas.openxmlformats.org/officeDocument/2006/relationships/slideMaster" Target="/ppt/slideMasters/slideMaster1.xml" Id="R4238572c23914cbd" /><Relationship Type="http://schemas.openxmlformats.org/officeDocument/2006/relationships/notesMaster" Target="/ppt/notesMasters/notesMaster1.xml" Id="Rb8209ce889b448f7" /><Relationship Type="http://schemas.openxmlformats.org/officeDocument/2006/relationships/presProps" Target="/ppt/presProps.xml" Id="Ra7891d7e35f94ca1" /><Relationship Type="http://schemas.openxmlformats.org/officeDocument/2006/relationships/tableStyles" Target="/ppt/tableStyles.xml" Id="R1b6e8e9e202044ca" /><Relationship Type="http://schemas.openxmlformats.org/officeDocument/2006/relationships/slide" Target="/ppt/slides/slide1.xml" Id="R923f6e6baa5b44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cd8086b26c4c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4fb20787ec4dd6" /><Relationship Type="http://schemas.openxmlformats.org/officeDocument/2006/relationships/notesMaster" Target="/ppt/notesMasters/notesMaster1.xml" Id="R2f1fd8f632ab45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4466c049844e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84cae9597146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490e2d722e4eb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012e592de04d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c346da26ac471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f8d7077fa4f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58B712-8D68-43AD-B54A-EAE71CD59B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4B8E436-16BD-4A85-91DA-269E1BC49F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80D5A77-7377-4EB7-83D5-21DED51A5D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486ED9-B89B-45B0-BBC4-6A79D97322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5ADB82-3840-441B-A082-1B65C87958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A92A03-E38A-4E80-B06C-6D272DB13C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101EFA-08A0-4610-8273-DFF8E6233B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5C3A721-BC9A-4FBC-98C5-BD798E5EE79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9C67A2-AAEA-4579-B5F4-B805D994F2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071BEA-1AB4-4130-98D0-2C9A9F5552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64ab91f37e4d59" /><Relationship Type="http://schemas.openxmlformats.org/officeDocument/2006/relationships/slideLayout" Target="/ppt/slideLayouts/slideLayout1.xml" Id="R8f9a11f207c74e76" /><Relationship Type="http://schemas.openxmlformats.org/officeDocument/2006/relationships/slideLayout" Target="/ppt/slideLayouts/slideLayout2.xml" Id="R2e14467c341e4cd0" /><Relationship Type="http://schemas.openxmlformats.org/officeDocument/2006/relationships/slideLayout" Target="/ppt/slideLayouts/slideLayout3.xml" Id="R6f07ebe2c6b3424a" /><Relationship Type="http://schemas.openxmlformats.org/officeDocument/2006/relationships/slideLayout" Target="/ppt/slideLayouts/slideLayout4.xml" Id="Rff76b4b151e748bc" /><Relationship Type="http://schemas.openxmlformats.org/officeDocument/2006/relationships/slideLayout" Target="/ppt/slideLayouts/slideLayout5.xml" Id="R195e12b1b75841b9" /><Relationship Type="http://schemas.openxmlformats.org/officeDocument/2006/relationships/slideLayout" Target="/ppt/slideLayouts/slideLayout6.xml" Id="R66cc102819134b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9a11f207c74e76"/>
    <p:sldLayoutId xmlns:r="http://schemas.openxmlformats.org/officeDocument/2006/relationships" id="2147483650" r:id="R2e14467c341e4cd0"/>
    <p:sldLayoutId xmlns:r="http://schemas.openxmlformats.org/officeDocument/2006/relationships" id="2147483651" r:id="R6f07ebe2c6b3424a"/>
    <p:sldLayoutId xmlns:r="http://schemas.openxmlformats.org/officeDocument/2006/relationships" id="2147483652" r:id="Rff76b4b151e748bc"/>
    <p:sldLayoutId xmlns:r="http://schemas.openxmlformats.org/officeDocument/2006/relationships" id="2147483653" r:id="R195e12b1b75841b9"/>
    <p:sldLayoutId xmlns:r="http://schemas.openxmlformats.org/officeDocument/2006/relationships" id="2147483654" r:id="R66cc102819134b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fffb2d5aee4b7c" /><Relationship Type="http://schemas.openxmlformats.org/officeDocument/2006/relationships/notesSlide" Target="/ppt/notesSlides/notesSlide1.xml" Id="Rf75a58a847b84a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B9186F-1B64-4C8D-AC7B-1C6A22D24E5A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20303-DEAB-4DD9-9C79-5D08F7B11695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8437B-BF30-4623-BD6F-A48591C2DC3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6511D-F447-4235-9369-D8A276C4CC0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7FCF44-44F6-4572-BFF4-41C67896690D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6E173-15BD-4B87-9A32-090DCEA1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20044-508C-4B14-84A2-EDAA6647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7CA2F-DACC-491A-ABC2-2686E834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BBD26-E4E7-4AF6-A393-5905DA54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496161-D9DC-4581-9AEB-6A8B92CE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D40E19-996D-4717-B239-B865AD68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01CDD-0341-4AA1-AD0E-56F8C975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36FEE-7268-4C67-8988-EA473C79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7F4FA-CB31-4247-B236-350F4827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FAA90-B5A5-40CB-A59F-7ECF8C97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460406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2026-10-20T09:17:46.5330000Z</dcterms:created>
  <dcterms:modified xsi:type="dcterms:W3CDTF">2026-10-20T09:17:46.5330000Z</dcterms:modified>
</coreProperties>
</file>