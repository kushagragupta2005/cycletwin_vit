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381c5e893d4b39" /><Relationship Type="http://schemas.openxmlformats.org/officeDocument/2006/relationships/extended-properties" Target="/docProps/app.xml" Id="R0d66aba55055492f" /><Relationship Type="http://schemas.openxmlformats.org/officeDocument/2006/relationships/officeDocument" Target="/ppt/presentation.xml" Id="R653d311fec4a4a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004ee5df0c4731"/>
  </p:sldMasterIdLst>
  <p:notesMasterIdLst>
    <p:notesMasterId xmlns:r="http://schemas.openxmlformats.org/officeDocument/2006/relationships" r:id="Rc14667d6aa694cb1"/>
  </p:notesMasterIdLst>
  <p:sldIdLst>
    <p:sldId xmlns:r="http://schemas.openxmlformats.org/officeDocument/2006/relationships" id="256" r:id="R8a9e6a927d9142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1218c9878d4119" /><Relationship Type="http://schemas.openxmlformats.org/officeDocument/2006/relationships/slideMaster" Target="/ppt/slideMasters/slideMaster1.xml" Id="R07004ee5df0c4731" /><Relationship Type="http://schemas.openxmlformats.org/officeDocument/2006/relationships/notesMaster" Target="/ppt/notesMasters/notesMaster1.xml" Id="Rc14667d6aa694cb1" /><Relationship Type="http://schemas.openxmlformats.org/officeDocument/2006/relationships/presProps" Target="/ppt/presProps.xml" Id="R66bd2b604cef4881" /><Relationship Type="http://schemas.openxmlformats.org/officeDocument/2006/relationships/tableStyles" Target="/ppt/tableStyles.xml" Id="Raa2c1036a1374748" /><Relationship Type="http://schemas.openxmlformats.org/officeDocument/2006/relationships/slide" Target="/ppt/slides/slide1.xml" Id="R8a9e6a927d9142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77b808eaad40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6dc14648f64a78" /><Relationship Type="http://schemas.openxmlformats.org/officeDocument/2006/relationships/notesMaster" Target="/ppt/notesMasters/notesMaster1.xml" Id="R06a1f7b786704c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4e7e302db44b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6ee9bc8199427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4d30d41f7c43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1b65447665414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f8198844ab40e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a464c273f849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0848E4-02E2-4647-8EFB-C00CF89481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799E8A2-0C11-4BF6-A74E-60B77ABFCCE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B2DF751-75D5-4592-8DC3-3A28F6423B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734FB36-212C-488A-8FCD-BA59E81E2A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CA79364-E8F3-4050-8D6A-D3C9D4EC1B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EA2D202-F6B4-4123-BB84-96195EB380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2695C0-7E47-4B74-8874-852F168CAC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B8A8825-4AE6-4C31-9304-76585FF3C9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B4671F-D3F7-4584-A71C-3205E2405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4E95EB-598B-4949-A606-DAC9F4F56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0e5a36b3c24018" /><Relationship Type="http://schemas.openxmlformats.org/officeDocument/2006/relationships/slideLayout" Target="/ppt/slideLayouts/slideLayout1.xml" Id="R6d1d6a552190429d" /><Relationship Type="http://schemas.openxmlformats.org/officeDocument/2006/relationships/slideLayout" Target="/ppt/slideLayouts/slideLayout2.xml" Id="Re1b82858a91046ad" /><Relationship Type="http://schemas.openxmlformats.org/officeDocument/2006/relationships/slideLayout" Target="/ppt/slideLayouts/slideLayout3.xml" Id="R03693753c2874d14" /><Relationship Type="http://schemas.openxmlformats.org/officeDocument/2006/relationships/slideLayout" Target="/ppt/slideLayouts/slideLayout4.xml" Id="R4b65e7937c1447b9" /><Relationship Type="http://schemas.openxmlformats.org/officeDocument/2006/relationships/slideLayout" Target="/ppt/slideLayouts/slideLayout5.xml" Id="R5df62c06aaa8420b" /><Relationship Type="http://schemas.openxmlformats.org/officeDocument/2006/relationships/slideLayout" Target="/ppt/slideLayouts/slideLayout6.xml" Id="R099899cd0c8e43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1d6a552190429d"/>
    <p:sldLayoutId xmlns:r="http://schemas.openxmlformats.org/officeDocument/2006/relationships" id="2147483650" r:id="Re1b82858a91046ad"/>
    <p:sldLayoutId xmlns:r="http://schemas.openxmlformats.org/officeDocument/2006/relationships" id="2147483651" r:id="R03693753c2874d14"/>
    <p:sldLayoutId xmlns:r="http://schemas.openxmlformats.org/officeDocument/2006/relationships" id="2147483652" r:id="R4b65e7937c1447b9"/>
    <p:sldLayoutId xmlns:r="http://schemas.openxmlformats.org/officeDocument/2006/relationships" id="2147483653" r:id="R5df62c06aaa8420b"/>
    <p:sldLayoutId xmlns:r="http://schemas.openxmlformats.org/officeDocument/2006/relationships" id="2147483654" r:id="R099899cd0c8e43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7d1a4da76d48a2" /><Relationship Type="http://schemas.openxmlformats.org/officeDocument/2006/relationships/notesSlide" Target="/ppt/notesSlides/notesSlide1.xml" Id="R00677aae5c7940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7D5D0-3555-4E4B-A971-25959C597557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E6D4A-AC4D-4302-97A2-6116253125D7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47908-C692-4E74-AE57-A09B9F87857D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316B6C-7847-471E-9F1B-B86A8DF49F1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6EBCC-E5BE-4A65-A516-65DB0816AC96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E4E7E1-5109-471A-86A7-502E4778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B1667-3A69-45B7-9EB7-89E5A726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59201-A223-4B18-89EB-6768477B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278497-0A96-4DEC-82FB-A3144A60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00E36-0944-4271-8C5A-F4ECAEA2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0348E-0EFA-436B-A1B3-61005670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98CAEC-53F7-49AA-A2DF-074E837E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30F5E8-353A-4BB1-9BEB-52791FB4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4CEAEC-24A9-4210-B721-2E28E61E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D94160-5D47-48B5-A0D7-827F1003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042615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2026-10-20T09:12:52.6010000Z</dcterms:created>
  <dcterms:modified xsi:type="dcterms:W3CDTF">2026-10-20T09:12:52.6010000Z</dcterms:modified>
</coreProperties>
</file>