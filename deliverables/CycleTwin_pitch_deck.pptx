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8caba705fa4c1a" /><Relationship Type="http://schemas.openxmlformats.org/officeDocument/2006/relationships/extended-properties" Target="/docProps/app.xml" Id="Rd72b7de13c8e476c" /><Relationship Type="http://schemas.openxmlformats.org/officeDocument/2006/relationships/officeDocument" Target="/ppt/presentation.xml" Id="Rca4196b0057248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7beded8d4843f5"/>
  </p:sldMasterIdLst>
  <p:notesMasterIdLst>
    <p:notesMasterId xmlns:r="http://schemas.openxmlformats.org/officeDocument/2006/relationships" r:id="R6df70b4d45d34c82"/>
  </p:notesMasterIdLst>
  <p:sldIdLst>
    <p:sldId xmlns:r="http://schemas.openxmlformats.org/officeDocument/2006/relationships" id="256" r:id="Rb4e86c9e35a549cb"/>
    <p:sldId xmlns:r="http://schemas.openxmlformats.org/officeDocument/2006/relationships" id="257" r:id="Rf758161433664631"/>
    <p:sldId xmlns:r="http://schemas.openxmlformats.org/officeDocument/2006/relationships" id="258" r:id="R6b61b17e19534311"/>
    <p:sldId xmlns:r="http://schemas.openxmlformats.org/officeDocument/2006/relationships" id="259" r:id="R9e50b0e65bd54cd2"/>
    <p:sldId xmlns:r="http://schemas.openxmlformats.org/officeDocument/2006/relationships" id="260" r:id="Rda29a4c150df4db7"/>
    <p:sldId xmlns:r="http://schemas.openxmlformats.org/officeDocument/2006/relationships" id="261" r:id="R154f2926e22440c4"/>
    <p:sldId xmlns:r="http://schemas.openxmlformats.org/officeDocument/2006/relationships" id="262" r:id="Rf9d6095d068344dd"/>
    <p:sldId xmlns:r="http://schemas.openxmlformats.org/officeDocument/2006/relationships" id="263" r:id="R013aa74be1e14dd8"/>
    <p:sldId xmlns:r="http://schemas.openxmlformats.org/officeDocument/2006/relationships" id="264" r:id="Rd4caad2c7fb44893"/>
    <p:sldId xmlns:r="http://schemas.openxmlformats.org/officeDocument/2006/relationships" id="265" r:id="Rd39bf2d1027e4aa5"/>
    <p:sldId xmlns:r="http://schemas.openxmlformats.org/officeDocument/2006/relationships" id="266" r:id="R992cd28ceef24a67"/>
    <p:sldId xmlns:r="http://schemas.openxmlformats.org/officeDocument/2006/relationships" id="267" r:id="Rccdc8095e6194429"/>
    <p:sldId xmlns:r="http://schemas.openxmlformats.org/officeDocument/2006/relationships" id="268" r:id="R45e4abeb994843ab"/>
    <p:sldId xmlns:r="http://schemas.openxmlformats.org/officeDocument/2006/relationships" id="269" r:id="R8f5f9211c57c444c"/>
    <p:sldId xmlns:r="http://schemas.openxmlformats.org/officeDocument/2006/relationships" id="270" r:id="R9ffd55ea424c4a91"/>
    <p:sldId xmlns:r="http://schemas.openxmlformats.org/officeDocument/2006/relationships" id="271" r:id="R47c1a7aef6e14f57"/>
    <p:sldId xmlns:r="http://schemas.openxmlformats.org/officeDocument/2006/relationships" id="272" r:id="R8c2a17922194496c"/>
    <p:sldId xmlns:r="http://schemas.openxmlformats.org/officeDocument/2006/relationships" id="273" r:id="R42ba5a4300c54018"/>
    <p:sldId xmlns:r="http://schemas.openxmlformats.org/officeDocument/2006/relationships" id="274" r:id="Rf5eb3d80cc794182"/>
    <p:sldId xmlns:r="http://schemas.openxmlformats.org/officeDocument/2006/relationships" id="275" r:id="R68a791a180c944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ddd87d87ff14816" /><Relationship Type="http://schemas.openxmlformats.org/officeDocument/2006/relationships/slideMaster" Target="/ppt/slideMasters/slideMaster1.xml" Id="R5a7beded8d4843f5" /><Relationship Type="http://schemas.openxmlformats.org/officeDocument/2006/relationships/notesMaster" Target="/ppt/notesMasters/notesMaster1.xml" Id="R6df70b4d45d34c82" /><Relationship Type="http://schemas.openxmlformats.org/officeDocument/2006/relationships/presProps" Target="/ppt/presProps.xml" Id="Rc59af0672efa4f71" /><Relationship Type="http://schemas.openxmlformats.org/officeDocument/2006/relationships/tableStyles" Target="/ppt/tableStyles.xml" Id="Re96fd2c4a9154966" /><Relationship Type="http://schemas.openxmlformats.org/officeDocument/2006/relationships/slide" Target="/ppt/slides/slide1.xml" Id="Rb4e86c9e35a549cb" /><Relationship Type="http://schemas.openxmlformats.org/officeDocument/2006/relationships/slide" Target="/ppt/slides/slide2.xml" Id="Rf758161433664631" /><Relationship Type="http://schemas.openxmlformats.org/officeDocument/2006/relationships/slide" Target="/ppt/slides/slide3.xml" Id="R6b61b17e19534311" /><Relationship Type="http://schemas.openxmlformats.org/officeDocument/2006/relationships/slide" Target="/ppt/slides/slide4.xml" Id="R9e50b0e65bd54cd2" /><Relationship Type="http://schemas.openxmlformats.org/officeDocument/2006/relationships/slide" Target="/ppt/slides/slide5.xml" Id="Rda29a4c150df4db7" /><Relationship Type="http://schemas.openxmlformats.org/officeDocument/2006/relationships/slide" Target="/ppt/slides/slide6.xml" Id="R154f2926e22440c4" /><Relationship Type="http://schemas.openxmlformats.org/officeDocument/2006/relationships/slide" Target="/ppt/slides/slide7.xml" Id="Rf9d6095d068344dd" /><Relationship Type="http://schemas.openxmlformats.org/officeDocument/2006/relationships/slide" Target="/ppt/slides/slide8.xml" Id="R013aa74be1e14dd8" /><Relationship Type="http://schemas.openxmlformats.org/officeDocument/2006/relationships/slide" Target="/ppt/slides/slide9.xml" Id="Rd4caad2c7fb44893" /><Relationship Type="http://schemas.openxmlformats.org/officeDocument/2006/relationships/slide" Target="/ppt/slides/slide10.xml" Id="Rd39bf2d1027e4aa5" /><Relationship Type="http://schemas.openxmlformats.org/officeDocument/2006/relationships/slide" Target="/ppt/slides/slide11.xml" Id="R992cd28ceef24a67" /><Relationship Type="http://schemas.openxmlformats.org/officeDocument/2006/relationships/slide" Target="/ppt/slides/slide12.xml" Id="Rccdc8095e6194429" /><Relationship Type="http://schemas.openxmlformats.org/officeDocument/2006/relationships/slide" Target="/ppt/slides/slide13.xml" Id="R45e4abeb994843ab" /><Relationship Type="http://schemas.openxmlformats.org/officeDocument/2006/relationships/slide" Target="/ppt/slides/slide14.xml" Id="R8f5f9211c57c444c" /><Relationship Type="http://schemas.openxmlformats.org/officeDocument/2006/relationships/slide" Target="/ppt/slides/slide15.xml" Id="R9ffd55ea424c4a91" /><Relationship Type="http://schemas.openxmlformats.org/officeDocument/2006/relationships/slide" Target="/ppt/slides/slide16.xml" Id="R47c1a7aef6e14f57" /><Relationship Type="http://schemas.openxmlformats.org/officeDocument/2006/relationships/slide" Target="/ppt/slides/slide17.xml" Id="R8c2a17922194496c" /><Relationship Type="http://schemas.openxmlformats.org/officeDocument/2006/relationships/slide" Target="/ppt/slides/slide18.xml" Id="R42ba5a4300c54018" /><Relationship Type="http://schemas.openxmlformats.org/officeDocument/2006/relationships/slide" Target="/ppt/slides/slide19.xml" Id="Rf5eb3d80cc794182" /><Relationship Type="http://schemas.openxmlformats.org/officeDocument/2006/relationships/slide" Target="/ppt/slides/slide20.xml" Id="R68a791a180c944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6c509e1bcb43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2977ff4d5b4cd4" /><Relationship Type="http://schemas.openxmlformats.org/officeDocument/2006/relationships/notesMaster" Target="/ppt/notesMasters/notesMaster1.xml" Id="R2bfd3d5a47b642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00f5e302794057" /><Relationship Type="http://schemas.openxmlformats.org/officeDocument/2006/relationships/notesMaster" Target="/ppt/notesMasters/notesMaster1.xml" Id="Radfe82601a864d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9f7a9ad2e04fc3" /><Relationship Type="http://schemas.openxmlformats.org/officeDocument/2006/relationships/notesMaster" Target="/ppt/notesMasters/notesMaster1.xml" Id="R852d03e2267d43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9c71935abc43e1" /><Relationship Type="http://schemas.openxmlformats.org/officeDocument/2006/relationships/notesMaster" Target="/ppt/notesMasters/notesMaster1.xml" Id="R0ca6007add384b3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1631b938064ce9" /><Relationship Type="http://schemas.openxmlformats.org/officeDocument/2006/relationships/notesMaster" Target="/ppt/notesMasters/notesMaster1.xml" Id="R7427f759f65f4c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da6f1886a64803" /><Relationship Type="http://schemas.openxmlformats.org/officeDocument/2006/relationships/notesMaster" Target="/ppt/notesMasters/notesMaster1.xml" Id="R090de1eafcac4f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95d50fe64749ed" /><Relationship Type="http://schemas.openxmlformats.org/officeDocument/2006/relationships/notesMaster" Target="/ppt/notesMasters/notesMaster1.xml" Id="Rbec54042bd9a49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5136a365834e52" /><Relationship Type="http://schemas.openxmlformats.org/officeDocument/2006/relationships/notesMaster" Target="/ppt/notesMasters/notesMaster1.xml" Id="R42fd06d89e3b4c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8173a6611d403d" /><Relationship Type="http://schemas.openxmlformats.org/officeDocument/2006/relationships/notesMaster" Target="/ppt/notesMasters/notesMaster1.xml" Id="R63b5e758e65f4f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b882fce9d184585" /><Relationship Type="http://schemas.openxmlformats.org/officeDocument/2006/relationships/notesMaster" Target="/ppt/notesMasters/notesMaster1.xml" Id="R428f562ebe90468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c20171a3ebd4042" /><Relationship Type="http://schemas.openxmlformats.org/officeDocument/2006/relationships/notesMaster" Target="/ppt/notesMasters/notesMaster1.xml" Id="R5779d6a34fd94c1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08b90d1186140a4" /><Relationship Type="http://schemas.openxmlformats.org/officeDocument/2006/relationships/notesMaster" Target="/ppt/notesMasters/notesMaster1.xml" Id="R290094ec743e429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bbcf1f429e04ad4" /><Relationship Type="http://schemas.openxmlformats.org/officeDocument/2006/relationships/notesMaster" Target="/ppt/notesMasters/notesMaster1.xml" Id="Rea1fda621e4b4f4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f5beefba80e4228" /><Relationship Type="http://schemas.openxmlformats.org/officeDocument/2006/relationships/notesMaster" Target="/ppt/notesMasters/notesMaster1.xml" Id="R8574ccfac5df48b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8b8436eeef744d5" /><Relationship Type="http://schemas.openxmlformats.org/officeDocument/2006/relationships/notesMaster" Target="/ppt/notesMasters/notesMaster1.xml" Id="R734300e98e3f4a7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083b36359e6458f" /><Relationship Type="http://schemas.openxmlformats.org/officeDocument/2006/relationships/notesMaster" Target="/ppt/notesMasters/notesMaster1.xml" Id="R441aa77f4dcd4dd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957967fb0bd4875" /><Relationship Type="http://schemas.openxmlformats.org/officeDocument/2006/relationships/notesMaster" Target="/ppt/notesMasters/notesMaster1.xml" Id="Rc7dc0b29efa4463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1a69dbe3f0a41ca" /><Relationship Type="http://schemas.openxmlformats.org/officeDocument/2006/relationships/notesMaster" Target="/ppt/notesMasters/notesMaster1.xml" Id="R39ddc985b019408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fd6d1c48f794f97" /><Relationship Type="http://schemas.openxmlformats.org/officeDocument/2006/relationships/notesMaster" Target="/ppt/notesMasters/notesMaster1.xml" Id="R9ae65c3d73904a4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a9149354eac4fa7" /><Relationship Type="http://schemas.openxmlformats.org/officeDocument/2006/relationships/notesMaster" Target="/ppt/notesMasters/notesMaster1.xml" Id="R9222464fcecc44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Cycle-by-cycle late or absent ovulation research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Monitoring irregular cycles without claiming a PMOS diagnosis Primary population-context source: https://pmc.ncbi.nlm.nih.gov/articles/PMC11581580/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Fictional synthetic persona - not a real patient - not performance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EHR-lite is implemented and explicitly oracle-adjacent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The dashboard loads the same persisted pipeline used by the benchmark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Every explicit operating choice uses train or validation 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Predeclared temperature sensor tier, descriptive seed means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Earliest safe threshold crossing only; all values are synthetic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Decision-support research display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Missing safety information causes abstention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Clear boundaries around simulated physiology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All declared Kushi scenarios remain visible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Synthetic recovery is not prospective evidence in women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Public source, inspectable artifacts and explicit next 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7d4131aa1c419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25fd4358c6436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ce2071e82d4bb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21ad65639044c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949027e1c94f4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6c69b9b69546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D6F8BB-3D77-49A7-B106-771713CE1F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1AA7F28-E936-49BE-98C4-D11ED6B5A86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AE37D27-1DBB-465D-80C2-3D42A1A371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0E9EA8-E6A6-4FE3-953F-4C022741F0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F95C5DC-B33C-4DDC-80FA-EFF7F4378B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32D67FB-13FF-4119-9F65-B1709F8289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370B4C8-032A-4C8E-A9E3-FC71B1B26C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CFBD221-BEB9-4569-99D5-D118459BEF3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FA965A5-CB9E-41AC-A69A-8FC73C04DE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7040A7A-011D-4516-8D8C-5ECDD45505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43793f6d664e35" /><Relationship Type="http://schemas.openxmlformats.org/officeDocument/2006/relationships/slideLayout" Target="/ppt/slideLayouts/slideLayout1.xml" Id="R431b620912b24883" /><Relationship Type="http://schemas.openxmlformats.org/officeDocument/2006/relationships/slideLayout" Target="/ppt/slideLayouts/slideLayout2.xml" Id="R4fc9d416ecd148da" /><Relationship Type="http://schemas.openxmlformats.org/officeDocument/2006/relationships/slideLayout" Target="/ppt/slideLayouts/slideLayout3.xml" Id="Ra8396d1f4dec450c" /><Relationship Type="http://schemas.openxmlformats.org/officeDocument/2006/relationships/slideLayout" Target="/ppt/slideLayouts/slideLayout4.xml" Id="R3caf3dd91a27420f" /><Relationship Type="http://schemas.openxmlformats.org/officeDocument/2006/relationships/slideLayout" Target="/ppt/slideLayouts/slideLayout5.xml" Id="R3faa9439bf9d405d" /><Relationship Type="http://schemas.openxmlformats.org/officeDocument/2006/relationships/slideLayout" Target="/ppt/slideLayouts/slideLayout6.xml" Id="Rb4f3798a4ae94c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1b620912b24883"/>
    <p:sldLayoutId xmlns:r="http://schemas.openxmlformats.org/officeDocument/2006/relationships" id="2147483650" r:id="R4fc9d416ecd148da"/>
    <p:sldLayoutId xmlns:r="http://schemas.openxmlformats.org/officeDocument/2006/relationships" id="2147483651" r:id="Ra8396d1f4dec450c"/>
    <p:sldLayoutId xmlns:r="http://schemas.openxmlformats.org/officeDocument/2006/relationships" id="2147483652" r:id="R3caf3dd91a27420f"/>
    <p:sldLayoutId xmlns:r="http://schemas.openxmlformats.org/officeDocument/2006/relationships" id="2147483653" r:id="R3faa9439bf9d405d"/>
    <p:sldLayoutId xmlns:r="http://schemas.openxmlformats.org/officeDocument/2006/relationships" id="2147483654" r:id="Rb4f3798a4ae94c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00834028f44ad5" /><Relationship Type="http://schemas.openxmlformats.org/officeDocument/2006/relationships/notesSlide" Target="/ppt/notesSlides/notesSlide1.xml" Id="R3e33d7cfd2c445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89dc5c50504009" /><Relationship Type="http://schemas.openxmlformats.org/officeDocument/2006/relationships/notesSlide" Target="/ppt/notesSlides/notesSlide2.xml" Id="R37ae15c7f3944a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e99c5d28a44f7b" /><Relationship Type="http://schemas.openxmlformats.org/officeDocument/2006/relationships/notesSlide" Target="/ppt/notesSlides/notesSlide3.xml" Id="R3ebdaa43889948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b0ee2725f04901" /><Relationship Type="http://schemas.openxmlformats.org/officeDocument/2006/relationships/notesSlide" Target="/ppt/notesSlides/notesSlide4.xml" Id="R9861f1bc41fc4e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ac4d540a254df5" /><Relationship Type="http://schemas.openxmlformats.org/officeDocument/2006/relationships/notesSlide" Target="/ppt/notesSlides/notesSlide5.xml" Id="Rf9af43c5160d47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f8590fb1bb4391" /><Relationship Type="http://schemas.openxmlformats.org/officeDocument/2006/relationships/notesSlide" Target="/ppt/notesSlides/notesSlide6.xml" Id="Rc43acab0e5e74d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190c4f06214851" /><Relationship Type="http://schemas.openxmlformats.org/officeDocument/2006/relationships/notesSlide" Target="/ppt/notesSlides/notesSlide7.xml" Id="Rfee0fe2b076541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b74411c0f74b8b" /><Relationship Type="http://schemas.openxmlformats.org/officeDocument/2006/relationships/notesSlide" Target="/ppt/notesSlides/notesSlide8.xml" Id="Rdda5f3e273ee4eb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71ce0f842d4c1e" /><Relationship Type="http://schemas.openxmlformats.org/officeDocument/2006/relationships/notesSlide" Target="/ppt/notesSlides/notesSlide9.xml" Id="R5bda37f5e8904e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5b7b708b504a52" /><Relationship Type="http://schemas.openxmlformats.org/officeDocument/2006/relationships/notesSlide" Target="/ppt/notesSlides/notesSlide10.xml" Id="R917faaca4ee1411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58923dfe8b4e71" /><Relationship Type="http://schemas.openxmlformats.org/officeDocument/2006/relationships/notesSlide" Target="/ppt/notesSlides/notesSlide11.xml" Id="R5fbc38cbc459490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7ced6245304f1b" /><Relationship Type="http://schemas.openxmlformats.org/officeDocument/2006/relationships/notesSlide" Target="/ppt/notesSlides/notesSlide12.xml" Id="R34973a6caa034c3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b04ea527bc4a38" /><Relationship Type="http://schemas.openxmlformats.org/officeDocument/2006/relationships/notesSlide" Target="/ppt/notesSlides/notesSlide13.xml" Id="Rd457f626b63443e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cb94aa1e9e4ca3" /><Relationship Type="http://schemas.openxmlformats.org/officeDocument/2006/relationships/notesSlide" Target="/ppt/notesSlides/notesSlide14.xml" Id="R050bb24007c8476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41bbd51e1244e6" /><Relationship Type="http://schemas.openxmlformats.org/officeDocument/2006/relationships/notesSlide" Target="/ppt/notesSlides/notesSlide15.xml" Id="R4f0f406d26704b7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547fa474a64619" /><Relationship Type="http://schemas.openxmlformats.org/officeDocument/2006/relationships/notesSlide" Target="/ppt/notesSlides/notesSlide16.xml" Id="R6f3e199d8ffd4ad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c0a5e21db145a2" /><Relationship Type="http://schemas.openxmlformats.org/officeDocument/2006/relationships/notesSlide" Target="/ppt/notesSlides/notesSlide17.xml" Id="Ra505df7d2fd9477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715b7a68c2443c" /><Relationship Type="http://schemas.openxmlformats.org/officeDocument/2006/relationships/notesSlide" Target="/ppt/notesSlides/notesSlide18.xml" Id="Rb7d6ea30d3d94a2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da5a1e84414aa2" /><Relationship Type="http://schemas.openxmlformats.org/officeDocument/2006/relationships/notesSlide" Target="/ppt/notesSlides/notesSlide19.xml" Id="R6129e9703482437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3adce09cab40c2" /><Relationship Type="http://schemas.openxmlformats.org/officeDocument/2006/relationships/notesSlide" Target="/ppt/notesSlides/notesSlide20.xml" Id="R03f5e0dcc43245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586753-21E6-4D3D-AF4B-E7470D30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5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70C8C2-4AC4-408C-8561-B2230F50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Cycle-by-cycle late or absent ovulation research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19DA60-429D-4610-874E-DA3184D2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Team CycleTwin / VIT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EDDEC-212A-4798-8B22-76A1E554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fitted synthetic forecasting workflow with explicit safety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878661-93CA-49F5-8714-A9A5C49F2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Kushi: fictional persona, never performance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3E68A8-B2F6-4313-992D-9CC010E3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648382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D9337E-0838-469F-9013-1DD6B65D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research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765EC-522A-4833-B187-20012955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Monitoring irregular cycles without claiming a PMOS diagnosis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49CB4-34B5-4026-8091-53312382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Target: generated ovulation after the configured cutoff, or generated absence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41B78E-3A80-4AE7-8459-581BF776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India context: 7.2% by NIH criteria and 19.6% by Rotterdam criteria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057D0C-2055-4AC6-9C36-2CF090A3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Published prevalence depends on definition. It is not the simulator mixture or model accuracy.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2493F-77FA-47A2-9F11-69E35A74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3651682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3E79EF-6E18-4E57-99AA-83835FE1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70A3D9-A4A9-4295-A143-88C72159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Fictional synthetic persona - not a real patient - not performance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EFDED5-65EC-4E5F-90B2-0EC032BA5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21 years, year 3 B.Tech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4F0C33-B57D-4FCA-BD41-04E852CB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Hostel life, exam-season sleep debt, mother with type 2 diabetes, smartwatch wearer.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9F2DD1-6657-4C03-ABBA-E7C39CEE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Actual generated past lengths: 41, 38, 41, 38, 44, 51 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E85B63-7686-4B6C-8561-A0ED9234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Selection uses generator truth and a declared seed, never predicted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F18C4D-427A-4916-99B3-B9267EA0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7506169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018C51-0B34-49F1-B294-FF449870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Static and dynamic input streams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A6BA5-DB16-4D75-BEAB-17918655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EHR-lite is implemented and explicitly oracle-adjacent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B1CD32-C566-497F-9BB3-49310EDB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Static: generated IR latent, androgen, age, BMI and family history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9A583D-EAA0-43E1-A358-9F8466DB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Dynamic: calendar history, RHR, HRV, steps, sleep and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708DDA-CA9B-424C-BDF5-90DC580E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measured hormone values. The XML parser demonstrates input shape only.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4559E9-2FCB-4D38-86E7-7CB7B1DD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4653111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EC9529-7A32-466B-8FBB-2BA741B991A5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1755E7-6FC3-4810-9854-60A7294F4B2D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EDFC67-13A2-47D1-A611-321C9917C43A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47D27E-0CC1-41BC-ADE5-97E259A6AEB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3D0252-9FD8-43DA-A4F1-262815114FEB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AF3406-0847-4B6A-80A8-F1EF8351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One fitted prediction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CFF850-CA53-4C3D-A704-6977B488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The dashboard loads the same persisted pipeline used by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7ECB7E-C0A3-4370-909A-656D1818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9EBD5-EEC6-41BD-8036-6AD66297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51120-F346-49BE-8042-AD3C05445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5EAC9-59C3-4524-8AC1-EEA2B44E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341C98-5615-4D39-94F6-D4CF05BE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6912AF-2701-492C-AD5B-8DA7D70D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23ED14-1F8E-47DD-A45A-C9768DF0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7CEF79-A486-45C5-985E-AD2695E7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0925721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6C865-F55B-4F6E-86E9-0D6FEF921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and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B1AD6A-BF71-47AE-B776-EB7C2361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Every explicit operating choice uses train or validation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9B913C-F304-4291-9887-A449DEAB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Patient counts per development seed: train 840, validation 180, test 180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D526EA-2D61-4CCA-B66B-02179482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medians and scaling, logistic regression, validation Platt calibration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8DEF1C-1C18-4CCB-9AAC-9CB04E14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Brier-gain rule selects richer features or calendar fallback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1B07D9-7939-4062-8B1F-4AD10DED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F1 chooses the threshold. Test outcomes never choose that threshold.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0A6DFA-65A9-46C3-87D4-CF33BEBC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151777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520A00-952D-4858-BCFD-85C4856D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F2F98B-0CD9-4637-8F2B-9D9530C3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0FF44C-D939-44A3-9851-3B82A767D810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DD5E40-5581-47A9-9526-1C7DBEE1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212843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ED4C46-EA2D-4C9F-B638-69C126B8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8BEF0D-9951-4D9F-92F5-234527CB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0C24CD-AABB-4C99-945B-4A9068D01F86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6.069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0.843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5.565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29243D-2EB5-432D-8E7A-ABA1B7DB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9535733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618A06-7635-4126-BE19-EAEA730C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7BA56-18FF-4C48-81F9-3C812A13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FCDA0A-8C96-4646-ABD1-783954F22363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D5C08-2FEF-4305-AEB5-FD25843C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5521986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909A45-8CDF-4BCB-8953-3C6FA85F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AF26C-EFBB-4F16-B753-C916C0C8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D8455-A410-41E6-BA9C-9C177FE74F7B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443F40-04F2-4519-8C1C-362CB34E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58019146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E5CFF7-23D4-4C79-AE86-4A80951D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5EDA80-284C-43BD-A9AB-C4BFE35D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EC1A0F-E59D-428A-B6C0-5B7D6B1BA2D5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6.790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6.319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062EA8-AAD4-4A8E-A6E4-653D3CA8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2121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3B0F0C-5F6F-4FE0-8922-A807AFE8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AD6A80-A640-4F96-AA9F-BDF492C6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8E4700-B51A-462C-9062-1F90B844CFAD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289156-810B-4082-972E-7CCBDD44E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0958422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025EA1-0656-430F-BEA1-BB793913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Evidence at the latest sensor snapshot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51199-0C65-4961-96D8-956A09DC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Predeclared temperature sensor tier, descriptive seed means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84B111-108F-469F-86ED-F22AA55A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day 18, Tier 2: AUROC 0.907, Brier 0.117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C96E0-4F04-414F-A194-A9AE2F55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3,240 synthetic test cycles across 3 frozen seeds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F5C0EF-A99C-45BC-87C2-B97E3E51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separate frozen evaluation artifact is available.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15A65E-4FB5-4AB4-B088-4595611F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Standard average precision and calibration diagnostics are available from stored predictions.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1A842D-ED59-4933-AF0E-7349E5AA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30778953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937E64-A87D-4F01-BAB2-1E289852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sequential alert-policy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4E267-9289-487E-A80E-5E5B8F61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Earliest safe threshold crossing only; all values are synthetic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8CC568-D813-4733-983F-D96A0750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Tier 2: 1,634 alerts across 3,240 generated cycles; alert precision 0.730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5E85C1-2862-4E50-A3AB-A67BD52E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Missed generated events: 484/1,677 (0.289); false alerts: 1.484 per synthetic patient-year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C78A00-2A30-48BD-A587-E137A5FD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Median generated-event lead time: 17.000 days among 790 true-positive cycles with a generated ovulation day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02AD0E-4CB9-42DF-863C-56CCDE2D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Safety is evaluated at every snapshot; no later score can change an earlier alert.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4F3CD8-E2C8-43DB-8236-B2A08D10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8827218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5EB002-62A6-4855-B896-D54CAF0F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What the clinician view shows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D0418F-7987-4147-8E36-22F45FA7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Decision-support research display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D73A5D-0985-4EB3-94EE-4A8E9141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Fitted probability beside its own validation threshold and held-out model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34BD02-084C-49AB-8B77-AB12DEF0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Exact additive feature contributions and explicit imputation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BE144F-51E8-4E3A-9573-F5176FB1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Heuristic day estimate and conditional, illustrative day band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89A01-D4B9-4AE5-A459-FB1C0BFD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Data-quality ribbon and the reason for any withholding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53A48-2CE7-47A6-8F38-804D81E9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9735723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EA32E4-A858-4B34-9154-8B46FF12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Guardrails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FC6036-9E26-43F1-85DC-2F018540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Missing safety information causes abstention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794401-4048-4E25-8849-DEF40D7EA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Contraception, thyroid and prolactin flags, age and pregnancy-related states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A8FA71-0BF3-4C75-961B-3B6ED69C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Early post-menarche, perimenopause and insufficient observed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2AA11F-8E35-47E0-AF55-3FEF6178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Withholding removes personal scores, intervals, explanations, sandbox outputs and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ED1FF3-84AD-4709-9954-DA553DDB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workflow is synthetic and its safety effectiveness has not been clinically evaluated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EE0F2B-1E69-4789-A79A-9414EE11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7883307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09ED37-3E00-432B-9384-D6701D6C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and assumption sandbox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90A1AE-BA3C-4A17-A469-8D2A4523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Clear boundaries around simulated physiology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723035-898F-4BC6-996B-567FFBBD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Reproductive and metabolic equations generate an illustrative state trajectory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A89E44-F000-4C5B-AFB8-2D1A0A60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does not affect the logistic score or its reported performance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176569-4AED-4847-A733-173CD10AF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sandbox edits invented model inputs. It does not predict a treatment effect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1221E-97B8-42D3-8474-8BE066F6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Glucose threshold crossings are simulated counts, not an evaluated glucose forecast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FAFBF4-3E39-423F-87FA-B9C27263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12959095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1546D-08F9-4C3A-91CE-71498F4C8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Where it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17B2C8-035E-4192-B42C-016A04F1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All declared Kushi scenarios remain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DF89E-8792-4C99-889F-6E83C82E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Display the fixed scenario seeds with misses, false alarms or withholding unchanged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EE3BA3-5E7A-4290-ADB9-CE09429D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Different snapshots can fall back to calendar even when sensors are available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2BF4D6-E190-4733-BB1B-C016C6C6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class set containing both outcomes does not identify one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78623-3F7E-4040-8A42-0C79AA0D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Robustness, state-estimator and conformal coverage evidence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7CAF91-E980-477C-AAF6-0A0288B8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327542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329DA4-2BF8-4170-8B42-76C3B133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Validity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67DA7D-DE3F-4A5E-ACCE-DBADB42C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recovery is not prospective evidence in women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BA37D1-8E8B-42D8-B7C1-2FC62A50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Labels and sensor changes share generator assumptions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B8899F-689C-496F-8408-1FFD3202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EHR-lite includes a label-generating internal latent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FDFF20-512E-4013-9F38-A768C26D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Old test seeds were reused during development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88E84B-2BE8-4D9D-96B0-82BE4286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frozen synthetic sequential alert policy is evaluated; robustness and clinical safety effectiveness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70C16E-7525-43A8-A17C-F606AFE3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6963177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76F626-F58E-4FF1-A3D9-80613A10A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Reproducible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CCA7E0-2533-4FBF-A5D7-B11C60FF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Public source, inspectable artifacts and explicit next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04FFA4-C74C-469C-9AA1-1674B631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README, model cards and the audit link every claim to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161CA6-1BC7-4D30-AFB8-2F263D95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inference reproduces the benchmark and exposes exact feature calculations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8E54A4-819C-4C7C-9C5F-6FB9A685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required video remains a human recording and upload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807AB4-5C9D-4826-8BA4-84875E41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Clinical validation, clinician feedback and sim-to-real evaluation remain outstanding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794A38-1779-4C6D-8DAF-0F045524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1204111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2026-10-20T09:05:03.2690000Z</dcterms:created>
  <dcterms:modified xsi:type="dcterms:W3CDTF">2026-10-20T09:05:03.2690000Z</dcterms:modified>
</coreProperties>
</file>