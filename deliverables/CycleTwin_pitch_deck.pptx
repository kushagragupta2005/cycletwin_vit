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5a8d4ec37d438e" /><Relationship Type="http://schemas.openxmlformats.org/officeDocument/2006/relationships/extended-properties" Target="/docProps/app.xml" Id="Rdedb7f4857434023" /><Relationship Type="http://schemas.openxmlformats.org/officeDocument/2006/relationships/officeDocument" Target="/ppt/presentation.xml" Id="Rb094d578d7db4c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2bbf2371384e7e"/>
  </p:sldMasterIdLst>
  <p:notesMasterIdLst>
    <p:notesMasterId xmlns:r="http://schemas.openxmlformats.org/officeDocument/2006/relationships" r:id="R69bdd9ed61064775"/>
  </p:notesMasterIdLst>
  <p:sldIdLst>
    <p:sldId xmlns:r="http://schemas.openxmlformats.org/officeDocument/2006/relationships" id="256" r:id="R9044b8792524431f"/>
    <p:sldId xmlns:r="http://schemas.openxmlformats.org/officeDocument/2006/relationships" id="257" r:id="R87b50f836a9749d1"/>
    <p:sldId xmlns:r="http://schemas.openxmlformats.org/officeDocument/2006/relationships" id="258" r:id="R44fc400979f24c00"/>
    <p:sldId xmlns:r="http://schemas.openxmlformats.org/officeDocument/2006/relationships" id="259" r:id="Ra1dc79ff648748ce"/>
    <p:sldId xmlns:r="http://schemas.openxmlformats.org/officeDocument/2006/relationships" id="260" r:id="R926be84a63394149"/>
    <p:sldId xmlns:r="http://schemas.openxmlformats.org/officeDocument/2006/relationships" id="261" r:id="R40a2a074a75b4ff6"/>
    <p:sldId xmlns:r="http://schemas.openxmlformats.org/officeDocument/2006/relationships" id="262" r:id="R09571bb9cc784086"/>
    <p:sldId xmlns:r="http://schemas.openxmlformats.org/officeDocument/2006/relationships" id="263" r:id="R9b1356d44c9d4213"/>
    <p:sldId xmlns:r="http://schemas.openxmlformats.org/officeDocument/2006/relationships" id="264" r:id="Rec72d905882f4021"/>
    <p:sldId xmlns:r="http://schemas.openxmlformats.org/officeDocument/2006/relationships" id="265" r:id="R2cceeb1bdd3042a1"/>
    <p:sldId xmlns:r="http://schemas.openxmlformats.org/officeDocument/2006/relationships" id="266" r:id="Rbacbaedb9f5c44db"/>
    <p:sldId xmlns:r="http://schemas.openxmlformats.org/officeDocument/2006/relationships" id="267" r:id="R2b4fcbff73fb42cf"/>
    <p:sldId xmlns:r="http://schemas.openxmlformats.org/officeDocument/2006/relationships" id="268" r:id="Rf052578b66484e16"/>
    <p:sldId xmlns:r="http://schemas.openxmlformats.org/officeDocument/2006/relationships" id="269" r:id="R58ed9433716e474d"/>
    <p:sldId xmlns:r="http://schemas.openxmlformats.org/officeDocument/2006/relationships" id="270" r:id="R8bdf460511d54db8"/>
    <p:sldId xmlns:r="http://schemas.openxmlformats.org/officeDocument/2006/relationships" id="271" r:id="R8391c49f328e4cd3"/>
    <p:sldId xmlns:r="http://schemas.openxmlformats.org/officeDocument/2006/relationships" id="272" r:id="Rcaa028442aba4768"/>
    <p:sldId xmlns:r="http://schemas.openxmlformats.org/officeDocument/2006/relationships" id="273" r:id="Rc1a62b097bf145dc"/>
    <p:sldId xmlns:r="http://schemas.openxmlformats.org/officeDocument/2006/relationships" id="274" r:id="R0c8fdf2830d4434c"/>
    <p:sldId xmlns:r="http://schemas.openxmlformats.org/officeDocument/2006/relationships" id="275" r:id="R470887ba1789465d"/>
    <p:sldId xmlns:r="http://schemas.openxmlformats.org/officeDocument/2006/relationships" id="276" r:id="R81650def64f44e89"/>
    <p:sldId xmlns:r="http://schemas.openxmlformats.org/officeDocument/2006/relationships" id="277" r:id="R6d3588739b794464"/>
    <p:sldId xmlns:r="http://schemas.openxmlformats.org/officeDocument/2006/relationships" id="278" r:id="Rd7244613aa3641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be8a798f24469b" /><Relationship Type="http://schemas.openxmlformats.org/officeDocument/2006/relationships/slideMaster" Target="/ppt/slideMasters/slideMaster1.xml" Id="R022bbf2371384e7e" /><Relationship Type="http://schemas.openxmlformats.org/officeDocument/2006/relationships/notesMaster" Target="/ppt/notesMasters/notesMaster1.xml" Id="R69bdd9ed61064775" /><Relationship Type="http://schemas.openxmlformats.org/officeDocument/2006/relationships/presProps" Target="/ppt/presProps.xml" Id="R6814c5ee8ae249b9" /><Relationship Type="http://schemas.openxmlformats.org/officeDocument/2006/relationships/tableStyles" Target="/ppt/tableStyles.xml" Id="Rb138202d196043e6" /><Relationship Type="http://schemas.openxmlformats.org/officeDocument/2006/relationships/slide" Target="/ppt/slides/slide1.xml" Id="R9044b8792524431f" /><Relationship Type="http://schemas.openxmlformats.org/officeDocument/2006/relationships/slide" Target="/ppt/slides/slide2.xml" Id="R87b50f836a9749d1" /><Relationship Type="http://schemas.openxmlformats.org/officeDocument/2006/relationships/slide" Target="/ppt/slides/slide3.xml" Id="R44fc400979f24c00" /><Relationship Type="http://schemas.openxmlformats.org/officeDocument/2006/relationships/slide" Target="/ppt/slides/slide4.xml" Id="Ra1dc79ff648748ce" /><Relationship Type="http://schemas.openxmlformats.org/officeDocument/2006/relationships/slide" Target="/ppt/slides/slide5.xml" Id="R926be84a63394149" /><Relationship Type="http://schemas.openxmlformats.org/officeDocument/2006/relationships/slide" Target="/ppt/slides/slide6.xml" Id="R40a2a074a75b4ff6" /><Relationship Type="http://schemas.openxmlformats.org/officeDocument/2006/relationships/slide" Target="/ppt/slides/slide7.xml" Id="R09571bb9cc784086" /><Relationship Type="http://schemas.openxmlformats.org/officeDocument/2006/relationships/slide" Target="/ppt/slides/slide8.xml" Id="R9b1356d44c9d4213" /><Relationship Type="http://schemas.openxmlformats.org/officeDocument/2006/relationships/slide" Target="/ppt/slides/slide9.xml" Id="Rec72d905882f4021" /><Relationship Type="http://schemas.openxmlformats.org/officeDocument/2006/relationships/slide" Target="/ppt/slides/slide10.xml" Id="R2cceeb1bdd3042a1" /><Relationship Type="http://schemas.openxmlformats.org/officeDocument/2006/relationships/slide" Target="/ppt/slides/slide11.xml" Id="Rbacbaedb9f5c44db" /><Relationship Type="http://schemas.openxmlformats.org/officeDocument/2006/relationships/slide" Target="/ppt/slides/slide12.xml" Id="R2b4fcbff73fb42cf" /><Relationship Type="http://schemas.openxmlformats.org/officeDocument/2006/relationships/slide" Target="/ppt/slides/slide13.xml" Id="Rf052578b66484e16" /><Relationship Type="http://schemas.openxmlformats.org/officeDocument/2006/relationships/slide" Target="/ppt/slides/slide14.xml" Id="R58ed9433716e474d" /><Relationship Type="http://schemas.openxmlformats.org/officeDocument/2006/relationships/slide" Target="/ppt/slides/slide15.xml" Id="R8bdf460511d54db8" /><Relationship Type="http://schemas.openxmlformats.org/officeDocument/2006/relationships/slide" Target="/ppt/slides/slide16.xml" Id="R8391c49f328e4cd3" /><Relationship Type="http://schemas.openxmlformats.org/officeDocument/2006/relationships/slide" Target="/ppt/slides/slide17.xml" Id="Rcaa028442aba4768" /><Relationship Type="http://schemas.openxmlformats.org/officeDocument/2006/relationships/slide" Target="/ppt/slides/slide18.xml" Id="Rc1a62b097bf145dc" /><Relationship Type="http://schemas.openxmlformats.org/officeDocument/2006/relationships/slide" Target="/ppt/slides/slide19.xml" Id="R0c8fdf2830d4434c" /><Relationship Type="http://schemas.openxmlformats.org/officeDocument/2006/relationships/slide" Target="/ppt/slides/slide20.xml" Id="R470887ba1789465d" /><Relationship Type="http://schemas.openxmlformats.org/officeDocument/2006/relationships/slide" Target="/ppt/slides/slide21.xml" Id="R81650def64f44e89" /><Relationship Type="http://schemas.openxmlformats.org/officeDocument/2006/relationships/slide" Target="/ppt/slides/slide22.xml" Id="R6d3588739b794464" /><Relationship Type="http://schemas.openxmlformats.org/officeDocument/2006/relationships/slide" Target="/ppt/slides/slide23.xml" Id="Rd7244613aa3641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24219a3de246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3afa382524406b" /><Relationship Type="http://schemas.openxmlformats.org/officeDocument/2006/relationships/notesMaster" Target="/ppt/notesMasters/notesMaster1.xml" Id="R55727d1903c745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953de5c78041ff" /><Relationship Type="http://schemas.openxmlformats.org/officeDocument/2006/relationships/notesMaster" Target="/ppt/notesMasters/notesMaster1.xml" Id="R310d70ae6b9043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d5485a831e4107" /><Relationship Type="http://schemas.openxmlformats.org/officeDocument/2006/relationships/notesMaster" Target="/ppt/notesMasters/notesMaster1.xml" Id="Rb14981fe1f9247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2f6434a4b34c40" /><Relationship Type="http://schemas.openxmlformats.org/officeDocument/2006/relationships/notesMaster" Target="/ppt/notesMasters/notesMaster1.xml" Id="R93f2c661f68540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3bdc866b544a11" /><Relationship Type="http://schemas.openxmlformats.org/officeDocument/2006/relationships/notesMaster" Target="/ppt/notesMasters/notesMaster1.xml" Id="Rddf3d35f301e47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e1de8aa4e14653" /><Relationship Type="http://schemas.openxmlformats.org/officeDocument/2006/relationships/notesMaster" Target="/ppt/notesMasters/notesMaster1.xml" Id="Reba71bf41be24e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dbbaab52964f43" /><Relationship Type="http://schemas.openxmlformats.org/officeDocument/2006/relationships/notesMaster" Target="/ppt/notesMasters/notesMaster1.xml" Id="Rd9d23648a14646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6e9c790d454e05" /><Relationship Type="http://schemas.openxmlformats.org/officeDocument/2006/relationships/notesMaster" Target="/ppt/notesMasters/notesMaster1.xml" Id="Rad4460d2b9904a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d3b08f64a548b9" /><Relationship Type="http://schemas.openxmlformats.org/officeDocument/2006/relationships/notesMaster" Target="/ppt/notesMasters/notesMaster1.xml" Id="R9467bcc072594c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228a20e060469d" /><Relationship Type="http://schemas.openxmlformats.org/officeDocument/2006/relationships/notesMaster" Target="/ppt/notesMasters/notesMaster1.xml" Id="R2a17e6da25a34f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2b8c15d037455e" /><Relationship Type="http://schemas.openxmlformats.org/officeDocument/2006/relationships/notesMaster" Target="/ppt/notesMasters/notesMaster1.xml" Id="R9d8fced6c71048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fb03730d1f497c" /><Relationship Type="http://schemas.openxmlformats.org/officeDocument/2006/relationships/notesMaster" Target="/ppt/notesMasters/notesMaster1.xml" Id="R787a14fb8a8a48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0bf30544dc4313" /><Relationship Type="http://schemas.openxmlformats.org/officeDocument/2006/relationships/notesMaster" Target="/ppt/notesMasters/notesMaster1.xml" Id="Re1a45efdec2f41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b7bf5d57bae4e4a" /><Relationship Type="http://schemas.openxmlformats.org/officeDocument/2006/relationships/notesMaster" Target="/ppt/notesMasters/notesMaster1.xml" Id="R0cc57ba9f8034d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5c7f4e341574379" /><Relationship Type="http://schemas.openxmlformats.org/officeDocument/2006/relationships/notesMaster" Target="/ppt/notesMasters/notesMaster1.xml" Id="Rb3137408eac3473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dd46d4205e4969" /><Relationship Type="http://schemas.openxmlformats.org/officeDocument/2006/relationships/notesMaster" Target="/ppt/notesMasters/notesMaster1.xml" Id="R3ca02d69fad8492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1b9d6603c848a5" /><Relationship Type="http://schemas.openxmlformats.org/officeDocument/2006/relationships/notesMaster" Target="/ppt/notesMasters/notesMaster1.xml" Id="R7ecb81fe30f640c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668cd2e9b914226" /><Relationship Type="http://schemas.openxmlformats.org/officeDocument/2006/relationships/notesMaster" Target="/ppt/notesMasters/notesMaster1.xml" Id="R1f6014c39df345b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0234c617656469d" /><Relationship Type="http://schemas.openxmlformats.org/officeDocument/2006/relationships/notesMaster" Target="/ppt/notesMasters/notesMaster1.xml" Id="R57c49903ab114e1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cadc807dc84a01" /><Relationship Type="http://schemas.openxmlformats.org/officeDocument/2006/relationships/notesMaster" Target="/ppt/notesMasters/notesMaster1.xml" Id="R14dd4a027ded41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7980e63c8d74264" /><Relationship Type="http://schemas.openxmlformats.org/officeDocument/2006/relationships/notesMaster" Target="/ppt/notesMasters/notesMaster1.xml" Id="R893e63404ccb42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820f1075eea4898" /><Relationship Type="http://schemas.openxmlformats.org/officeDocument/2006/relationships/notesMaster" Target="/ppt/notesMasters/notesMaster1.xml" Id="Rb2e04767cb1641f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f6eec581a764cc2" /><Relationship Type="http://schemas.openxmlformats.org/officeDocument/2006/relationships/notesMaster" Target="/ppt/notesMasters/notesMaster1.xml" Id="R34c09d7824884d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Fixed Tier-2 day-18 model and threshold under predeclared perturbations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Train-only calendar/static prior plus temperature, RHR and HRV likelihoods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Post-freeze, noisy simulator proxies; neither clinical labs nor measured hormones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2ff3388a841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2532760ed44f9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e1452034842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30c78f8fb94a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95fbbe831848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327f95950548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BD19DC-5232-4218-8401-826A2262DC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02398BD-675A-4F94-9016-130F91138B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DF00755-2FBB-418A-9DA5-B1E2F001B0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11EF7B-1CC2-4ECC-BD24-1D0B261881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DA8B94D-6DE5-4A38-A328-66E22323C8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DBA444A-D8CA-43B8-BF79-6139E0EA29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057A942-84CC-4DE6-9FC0-4B198D8B07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4F7A0E-7718-4140-A2D8-D5BAE304A1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644A14-5F5B-4D79-A639-5B9F7CFB5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35EEBC-3B0C-47EF-B3F8-9623E64FBE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c163f0be134344" /><Relationship Type="http://schemas.openxmlformats.org/officeDocument/2006/relationships/slideLayout" Target="/ppt/slideLayouts/slideLayout1.xml" Id="R311d30ab41754ffc" /><Relationship Type="http://schemas.openxmlformats.org/officeDocument/2006/relationships/slideLayout" Target="/ppt/slideLayouts/slideLayout2.xml" Id="Rfdd47719d29942b8" /><Relationship Type="http://schemas.openxmlformats.org/officeDocument/2006/relationships/slideLayout" Target="/ppt/slideLayouts/slideLayout3.xml" Id="Rdc09e317ae434436" /><Relationship Type="http://schemas.openxmlformats.org/officeDocument/2006/relationships/slideLayout" Target="/ppt/slideLayouts/slideLayout4.xml" Id="Rd9471f505f4f434b" /><Relationship Type="http://schemas.openxmlformats.org/officeDocument/2006/relationships/slideLayout" Target="/ppt/slideLayouts/slideLayout5.xml" Id="Rea2f2bcd31fc477c" /><Relationship Type="http://schemas.openxmlformats.org/officeDocument/2006/relationships/slideLayout" Target="/ppt/slideLayouts/slideLayout6.xml" Id="R43d80cd5741e48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1d30ab41754ffc"/>
    <p:sldLayoutId xmlns:r="http://schemas.openxmlformats.org/officeDocument/2006/relationships" id="2147483650" r:id="Rfdd47719d29942b8"/>
    <p:sldLayoutId xmlns:r="http://schemas.openxmlformats.org/officeDocument/2006/relationships" id="2147483651" r:id="Rdc09e317ae434436"/>
    <p:sldLayoutId xmlns:r="http://schemas.openxmlformats.org/officeDocument/2006/relationships" id="2147483652" r:id="Rd9471f505f4f434b"/>
    <p:sldLayoutId xmlns:r="http://schemas.openxmlformats.org/officeDocument/2006/relationships" id="2147483653" r:id="Rea2f2bcd31fc477c"/>
    <p:sldLayoutId xmlns:r="http://schemas.openxmlformats.org/officeDocument/2006/relationships" id="2147483654" r:id="R43d80cd5741e48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bf9ad26ec44bdd" /><Relationship Type="http://schemas.openxmlformats.org/officeDocument/2006/relationships/notesSlide" Target="/ppt/notesSlides/notesSlide1.xml" Id="R3c8bdb3cf2504d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244e9242a54429" /><Relationship Type="http://schemas.openxmlformats.org/officeDocument/2006/relationships/notesSlide" Target="/ppt/notesSlides/notesSlide2.xml" Id="R129d03890a0c45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568ef696c94650" /><Relationship Type="http://schemas.openxmlformats.org/officeDocument/2006/relationships/notesSlide" Target="/ppt/notesSlides/notesSlide3.xml" Id="R2842bfed249b45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3024d9d06f400a" /><Relationship Type="http://schemas.openxmlformats.org/officeDocument/2006/relationships/notesSlide" Target="/ppt/notesSlides/notesSlide4.xml" Id="Raed689c9251644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e927b4833145ff" /><Relationship Type="http://schemas.openxmlformats.org/officeDocument/2006/relationships/notesSlide" Target="/ppt/notesSlides/notesSlide5.xml" Id="R7567713c323249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a134622083454c" /><Relationship Type="http://schemas.openxmlformats.org/officeDocument/2006/relationships/notesSlide" Target="/ppt/notesSlides/notesSlide6.xml" Id="R520df8a76ee943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7369c555ac4962" /><Relationship Type="http://schemas.openxmlformats.org/officeDocument/2006/relationships/notesSlide" Target="/ppt/notesSlides/notesSlide7.xml" Id="R3adfad9153b64c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405a36ff6b4768" /><Relationship Type="http://schemas.openxmlformats.org/officeDocument/2006/relationships/notesSlide" Target="/ppt/notesSlides/notesSlide8.xml" Id="R59b961a6a26546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64c3e54e384213" /><Relationship Type="http://schemas.openxmlformats.org/officeDocument/2006/relationships/notesSlide" Target="/ppt/notesSlides/notesSlide9.xml" Id="R5c9259fc96924b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e302f1f882424a" /><Relationship Type="http://schemas.openxmlformats.org/officeDocument/2006/relationships/notesSlide" Target="/ppt/notesSlides/notesSlide10.xml" Id="R06c99ef2f6964f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8753812f144748" /><Relationship Type="http://schemas.openxmlformats.org/officeDocument/2006/relationships/notesSlide" Target="/ppt/notesSlides/notesSlide11.xml" Id="R30c22797291944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6b3d79fb2b4a6b" /><Relationship Type="http://schemas.openxmlformats.org/officeDocument/2006/relationships/notesSlide" Target="/ppt/notesSlides/notesSlide12.xml" Id="R88999e5307ee4e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ac95bc585b4e1f" /><Relationship Type="http://schemas.openxmlformats.org/officeDocument/2006/relationships/notesSlide" Target="/ppt/notesSlides/notesSlide13.xml" Id="R532fa73e9b6547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b20d612ace4bcc" /><Relationship Type="http://schemas.openxmlformats.org/officeDocument/2006/relationships/notesSlide" Target="/ppt/notesSlides/notesSlide14.xml" Id="Rb9ee9483fac24f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2f291d9a554f9d" /><Relationship Type="http://schemas.openxmlformats.org/officeDocument/2006/relationships/notesSlide" Target="/ppt/notesSlides/notesSlide15.xml" Id="R631091a5d83c4d3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346fd2b31844e2" /><Relationship Type="http://schemas.openxmlformats.org/officeDocument/2006/relationships/notesSlide" Target="/ppt/notesSlides/notesSlide16.xml" Id="Rba92236610c648a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639ddf2ff44266" /><Relationship Type="http://schemas.openxmlformats.org/officeDocument/2006/relationships/notesSlide" Target="/ppt/notesSlides/notesSlide17.xml" Id="R49200860458942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de7f4c3d85422e" /><Relationship Type="http://schemas.openxmlformats.org/officeDocument/2006/relationships/notesSlide" Target="/ppt/notesSlides/notesSlide18.xml" Id="R574aa9c64173487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f7b896d9ea4237" /><Relationship Type="http://schemas.openxmlformats.org/officeDocument/2006/relationships/notesSlide" Target="/ppt/notesSlides/notesSlide19.xml" Id="R38ce23f8117b47c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14fa1646845a8" /><Relationship Type="http://schemas.openxmlformats.org/officeDocument/2006/relationships/notesSlide" Target="/ppt/notesSlides/notesSlide20.xml" Id="R1d3e796fdc9641f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93768134a4e8c" /><Relationship Type="http://schemas.openxmlformats.org/officeDocument/2006/relationships/notesSlide" Target="/ppt/notesSlides/notesSlide21.xml" Id="R3d7ef753c4c54d3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a0b8f3e72f4dae" /><Relationship Type="http://schemas.openxmlformats.org/officeDocument/2006/relationships/notesSlide" Target="/ppt/notesSlides/notesSlide22.xml" Id="R23309fc71b324d4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8c48736b1c4b30" /><Relationship Type="http://schemas.openxmlformats.org/officeDocument/2006/relationships/notesSlide" Target="/ppt/notesSlides/notesSlide23.xml" Id="Rf26263e1434f4c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73A48-8334-466D-ADD9-ADB9E4E5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D0977-5089-4DB7-A698-1018335E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70AB2-4E37-4890-A566-FA318B33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B877D-2040-463E-8C02-2F5D315E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3729A-7FA2-4956-8AF5-DD919F8B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83141-6AE3-42A3-9F48-8E03D520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28112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7A447-0061-4CB6-8C6D-2545D3C6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8C2CF-E609-4FE8-8940-BC264960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B916E-2701-472F-B104-B12C8C67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D5640-53EA-4959-8C01-39544969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65457-1FCC-4217-B062-C015EC50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811DA-17DB-45A0-A1C6-229062E8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208149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E7DDA-9232-46F8-975F-01B62424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8D386-77C2-4000-A267-325C82EE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858D0-B919-4D71-997D-6C45AE61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AD155-62E3-4165-B067-2147D11F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8B3DF-D54C-400F-8533-552221DD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06B80-85AA-4071-B4AF-14E105C9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8EBEC-8F44-40A7-8F8C-83BCC1BA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01780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106F9-59DC-440E-960D-9EEF9E4D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33DC0-925F-42C8-B3A7-5E1A3C2C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1AE05D-1ADE-4986-A084-4AEE2649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D4475-41FF-4B12-AEBC-B1FB363B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6C333-926E-4411-B767-D01C0D27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7265CD-171A-449F-8930-D82EB026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242268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34A9D-92C5-49DC-8AE2-3C26ECEAD85C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FE11D-ECC3-456D-B8A6-748A9A5B2C98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57A36-4B83-47F2-8D9F-5AD36E645FF7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ECB99-5FFE-4FBF-BB89-C14CEDF691E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83DAC-53C5-4787-88AF-A2B4934EFC75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59D3F-A257-4303-897B-74D270BF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C861A-C54E-4A6A-B180-34D24389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4427E9-4B40-4268-8BDA-36C9F2D0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B84CD-BC73-41F7-BF22-A6EA231E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FA8DC-4002-43A1-B979-7EDD9DE5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B07A0-E3BF-46DA-8B37-9494336A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C1B24-EA5A-4E8C-9C37-C4AA40F1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31096-DBFB-456F-8B90-DBB4CF35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2E8D5-D7F1-4597-8037-A7C46791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9C8176-C3DF-4353-AC6D-9DA47F44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808443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65ECA-D295-4F01-B852-91A04B28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AF584-196A-42DB-BB34-7643E9CC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1A87F-D056-4D10-9939-EC5234A5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9124F-060B-4353-AB31-37F4779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BBB62-F718-4DF7-8696-C6ABCC6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632A3-CE3C-4F11-8C71-9090E758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FB611-0769-4524-9619-FE3BCF90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3827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2C11B-BAFB-4810-8BD7-D050A559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94B45-0DC5-47A4-B906-084E473D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C4359-074B-48B1-9992-1883CD5E4D90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2CDA9-48E8-415E-AADB-B9917708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221519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A933B-99A3-4E1B-B855-3C3EA8B4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605B8-6759-420A-8F94-149BD698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5C3F6D-6806-4D1D-AAFB-D1FBFAC71F41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AB2ED-BEE2-4AE6-83A2-45822935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275795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9070B-F94F-40BE-B52B-98B56071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BBABA-3D41-46F1-90AB-DE3B1492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74281-5BEE-455F-9D58-2E8563D4E144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3381D-F72B-4D01-820F-0B1B658E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698183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896D0-CEEA-430C-B563-672084DF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78817-1690-4B10-AEFE-A64F4180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A9A9A-58CA-4738-AEB6-439AC28FDA64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2674E-B8D0-4C2C-906C-1AC97F3E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239167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A9CEF-6D75-4E42-8FB8-D361B4A1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4E13F-B8D3-4D96-9AE2-2497530F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DFC84-907C-4298-AE70-995787408F61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D27A4-E043-488F-861F-76C1E07F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840639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43271-778A-47A0-A6F8-3ADAD267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6D2B1-CBDF-450A-8796-8E9D039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5BF5F-7784-43B4-976F-4E82D5F1F8DF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5562C-579F-4080-B0C7-E4FDA753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024394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F5B0B-4896-4E94-9C11-7FA62ED1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934D38-3DCE-4E56-A09E-BD4EB90A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64660-1FBD-4993-A525-C3CE1F64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A83DD-DAAE-4F50-95B2-3074144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D97C7-E700-4ADF-8D6D-0DBCFD8A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CD20D-C602-425F-ADA6-455F1FC5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06C60-3F03-42B8-8C7F-C79F87C4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380803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30375-E040-401C-B5A4-BDAC0A8B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AEC6B-3D06-4E9A-A6C1-4975D804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1C61B-E1A1-4C56-BD9E-87B171F9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AC42A-4D39-4059-93EB-E2F37C1F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0CA21-60F9-4142-8A62-9D91FE26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8921E-1C47-4E4B-B5BD-57B196D3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18CA3-9194-4148-812B-99FC4E98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84352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03624-50DF-43F9-A1A7-496B550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robustness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D15E2-B2B0-46F9-81E1-936CCB29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Fixed Tier-2 day-18 model and threshold under predeclared perturbations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EC423-F5DC-453A-9DFC-34047874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At 60% additional forced missing temperature readings: AUROC 0.884, Brier 0.140, safety withholding 1.000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10D4A-06F8-4123-855D-EBD38AD6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+0.01°C/day drift: AUROC 0.906, Brier 0.300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511BD-10F9-408B-8811-3F6C18CD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a +4-day generated timing shift on independent synthetic cohorts: AUROC 0.863, Brier 0.145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D790F-BBD0-496B-B44B-F6BCF5B0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These are simulator sensitivity tests, not device robustness or clinical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1E8C87-475C-4AC0-9493-A8F00CD9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364225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0A269-6F44-4809-BD76-49F3BEA5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Timing-posterior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7371A-C31E-49CB-B27D-25F91535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Train-only calendar/static prior plus temperature, RHR and HRV likelihoods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38999-7685-4DEA-8834-642B04F2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Bayesian-posterior Brier 0.098; fitted logistic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E2B28-F6F3-425B-B112-7A8A41BC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Twin minus logistic Brier -0.018, patient-cluster 95% CI [-0.022, -0.014]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35486-7F40-499A-A0AC-19792FEF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noninferior synthetic check; still separate interpretation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D491B-69FD-4CDA-B1A8-664B624E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from the logistic score, threshold, safety gate and alert policy.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AC426-00D3-4247-ACDE-73920600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894848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6A620E-72B5-4463-9777-FC9078A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Simulated assay-like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58853-9D72-48AC-AE50-63D47C6C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Post-freeze, noisy simulator proxies; neither clinical labs nor measured hormones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AD0DD-7ED4-4AAD-8737-8767ECD3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 plus simulated assay-like indices: AUROC 0.907, standard AP 0.885, Brier 0.118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444E03-E031-4C92-9AA2-01F1C812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Original Tier-3 oracle-adjacent internal reference: AUROC 0.907, Brier 0.117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7E095-30B6-44B5-B14C-39D27F94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proxy uses positive exp(latent) values and independent 15% CV assay noise.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3E2EC8-4245-4793-B10A-73819C64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It retains simulator-internal leakage risk and is not a clinical EHR-fusion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F5759-F6B3-4254-BB1A-BD27AB7D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569699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9E351-73B0-4562-A4D7-AED94251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7DCDD6-E59C-46EC-8C3E-2F513C85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0911C-AFD0-4AF9-AF70-187C62F3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853DF-1D7B-4BA2-A271-77E53298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A49BC-3007-4A49-9246-9D12626D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74D85B-8F87-4D5B-A089-4E2FF402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324FC-7752-4DE3-8A89-E7D3813F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6879426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43908-9422-43B9-802D-58A129C4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CBC86-C074-4186-9CC6-37DCF317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3F78B-E51E-4DB8-8798-880189B8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77C33-981C-47B2-B49A-B749F8C8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25B66-EF3D-4A2B-8880-F77FB038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1D15E-FF7A-4B02-BC81-5CB106AC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0B5AD-C82C-4656-BCC1-D774448F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2093902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B1A60-14E4-45F8-82A6-69F6F2F8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85C7D-B8FA-4AA5-AADA-B1DF7FE7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54F55-F31E-45FE-8BB7-03AA78C4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8E2EC1-17D6-425F-A1F2-FA29F301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C7178-264F-4969-BA03-3A95254B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F8A063-1237-4F1A-8821-D5736FB6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20C94-A7F6-4847-8692-4A6946FF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0150613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C7238-A939-4419-9875-6DF4CFD2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87E8A-4E9E-4705-9F03-C3F8C653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D3EE3-EA7A-49D2-9C43-E3164F53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FB455-A84C-48C7-91F8-D50E6DF4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18193-5DD5-4DFC-9032-FB32C5FD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94B74-9F6B-418D-B927-828E3999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5821B-7182-4369-AC12-E68C821A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384218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E457E-3CAF-419E-A187-ACDC7592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62AA3-8B67-409B-8A77-342B26ED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02930-CB7A-45B4-875F-793EC140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D5E42-6089-49C0-B737-F0E84661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3F200-6273-4BB9-90C4-369431A6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F74C3-A018-4B69-A817-5E9881FE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47213-D143-4C78-8080-16168F66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0023226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9FA32-6E00-4EFA-AC81-58441360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D9CD0-0584-4C64-AA16-F1B18794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D87CE-C7F2-4FEE-B16C-A1F36033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AB8CC-7E64-4FC1-8EF8-4CE24E8E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F993E3-3AE9-4311-8F99-D7E028B0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173F9-CD06-40F4-9D2D-00F94B22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81588-220A-4C8D-B876-A21ADE90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568349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2026-10-20T09:11:53.5580000Z</dcterms:created>
  <dcterms:modified xsi:type="dcterms:W3CDTF">2026-10-20T09:11:53.5580000Z</dcterms:modified>
</coreProperties>
</file>