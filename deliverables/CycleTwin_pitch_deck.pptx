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b4f6a56a714945" /><Relationship Type="http://schemas.openxmlformats.org/officeDocument/2006/relationships/extended-properties" Target="/docProps/app.xml" Id="R69294955b1114f6f" /><Relationship Type="http://schemas.openxmlformats.org/officeDocument/2006/relationships/officeDocument" Target="/ppt/presentation.xml" Id="R5a5f07ed41dd4c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e9457703f94108"/>
  </p:sldMasterIdLst>
  <p:notesMasterIdLst>
    <p:notesMasterId xmlns:r="http://schemas.openxmlformats.org/officeDocument/2006/relationships" r:id="R147064faaa2346b6"/>
  </p:notesMasterIdLst>
  <p:sldIdLst>
    <p:sldId xmlns:r="http://schemas.openxmlformats.org/officeDocument/2006/relationships" id="256" r:id="Rf557aad83c4940da"/>
    <p:sldId xmlns:r="http://schemas.openxmlformats.org/officeDocument/2006/relationships" id="257" r:id="R9331ace7a95248da"/>
    <p:sldId xmlns:r="http://schemas.openxmlformats.org/officeDocument/2006/relationships" id="258" r:id="Rf78c790039894153"/>
    <p:sldId xmlns:r="http://schemas.openxmlformats.org/officeDocument/2006/relationships" id="259" r:id="R2badd83e02da45fc"/>
    <p:sldId xmlns:r="http://schemas.openxmlformats.org/officeDocument/2006/relationships" id="260" r:id="Re9c9107c93e14a87"/>
    <p:sldId xmlns:r="http://schemas.openxmlformats.org/officeDocument/2006/relationships" id="261" r:id="R7da567a8c32f42e2"/>
    <p:sldId xmlns:r="http://schemas.openxmlformats.org/officeDocument/2006/relationships" id="262" r:id="R4f4e1c391454440f"/>
    <p:sldId xmlns:r="http://schemas.openxmlformats.org/officeDocument/2006/relationships" id="263" r:id="R9c1747218fd54ba6"/>
    <p:sldId xmlns:r="http://schemas.openxmlformats.org/officeDocument/2006/relationships" id="264" r:id="R032c5c44456c40f5"/>
    <p:sldId xmlns:r="http://schemas.openxmlformats.org/officeDocument/2006/relationships" id="265" r:id="Rbf89894c1fe6417c"/>
    <p:sldId xmlns:r="http://schemas.openxmlformats.org/officeDocument/2006/relationships" id="266" r:id="R60ed62a6878244fe"/>
    <p:sldId xmlns:r="http://schemas.openxmlformats.org/officeDocument/2006/relationships" id="267" r:id="R8120bcc7a36942da"/>
    <p:sldId xmlns:r="http://schemas.openxmlformats.org/officeDocument/2006/relationships" id="268" r:id="Ree6bfe517fc3412f"/>
    <p:sldId xmlns:r="http://schemas.openxmlformats.org/officeDocument/2006/relationships" id="269" r:id="R9e4adbbff0814531"/>
    <p:sldId xmlns:r="http://schemas.openxmlformats.org/officeDocument/2006/relationships" id="270" r:id="Redda48aa55e94b4e"/>
    <p:sldId xmlns:r="http://schemas.openxmlformats.org/officeDocument/2006/relationships" id="271" r:id="R6bb4b20d55d74fad"/>
    <p:sldId xmlns:r="http://schemas.openxmlformats.org/officeDocument/2006/relationships" id="272" r:id="R39fd318a385c4745"/>
    <p:sldId xmlns:r="http://schemas.openxmlformats.org/officeDocument/2006/relationships" id="273" r:id="R215bfecb16694c65"/>
    <p:sldId xmlns:r="http://schemas.openxmlformats.org/officeDocument/2006/relationships" id="274" r:id="R7f98072a23704a8a"/>
    <p:sldId xmlns:r="http://schemas.openxmlformats.org/officeDocument/2006/relationships" id="275" r:id="R9b1cc108dccd4ee3"/>
    <p:sldId xmlns:r="http://schemas.openxmlformats.org/officeDocument/2006/relationships" id="276" r:id="R0d833728838f4d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c8336fa63e14636" /><Relationship Type="http://schemas.openxmlformats.org/officeDocument/2006/relationships/slideMaster" Target="/ppt/slideMasters/slideMaster1.xml" Id="Rfae9457703f94108" /><Relationship Type="http://schemas.openxmlformats.org/officeDocument/2006/relationships/notesMaster" Target="/ppt/notesMasters/notesMaster1.xml" Id="R147064faaa2346b6" /><Relationship Type="http://schemas.openxmlformats.org/officeDocument/2006/relationships/presProps" Target="/ppt/presProps.xml" Id="R9751a04439d74472" /><Relationship Type="http://schemas.openxmlformats.org/officeDocument/2006/relationships/tableStyles" Target="/ppt/tableStyles.xml" Id="R60689cf702e041b5" /><Relationship Type="http://schemas.openxmlformats.org/officeDocument/2006/relationships/slide" Target="/ppt/slides/slide1.xml" Id="Rf557aad83c4940da" /><Relationship Type="http://schemas.openxmlformats.org/officeDocument/2006/relationships/slide" Target="/ppt/slides/slide2.xml" Id="R9331ace7a95248da" /><Relationship Type="http://schemas.openxmlformats.org/officeDocument/2006/relationships/slide" Target="/ppt/slides/slide3.xml" Id="Rf78c790039894153" /><Relationship Type="http://schemas.openxmlformats.org/officeDocument/2006/relationships/slide" Target="/ppt/slides/slide4.xml" Id="R2badd83e02da45fc" /><Relationship Type="http://schemas.openxmlformats.org/officeDocument/2006/relationships/slide" Target="/ppt/slides/slide5.xml" Id="Re9c9107c93e14a87" /><Relationship Type="http://schemas.openxmlformats.org/officeDocument/2006/relationships/slide" Target="/ppt/slides/slide6.xml" Id="R7da567a8c32f42e2" /><Relationship Type="http://schemas.openxmlformats.org/officeDocument/2006/relationships/slide" Target="/ppt/slides/slide7.xml" Id="R4f4e1c391454440f" /><Relationship Type="http://schemas.openxmlformats.org/officeDocument/2006/relationships/slide" Target="/ppt/slides/slide8.xml" Id="R9c1747218fd54ba6" /><Relationship Type="http://schemas.openxmlformats.org/officeDocument/2006/relationships/slide" Target="/ppt/slides/slide9.xml" Id="R032c5c44456c40f5" /><Relationship Type="http://schemas.openxmlformats.org/officeDocument/2006/relationships/slide" Target="/ppt/slides/slide10.xml" Id="Rbf89894c1fe6417c" /><Relationship Type="http://schemas.openxmlformats.org/officeDocument/2006/relationships/slide" Target="/ppt/slides/slide11.xml" Id="R60ed62a6878244fe" /><Relationship Type="http://schemas.openxmlformats.org/officeDocument/2006/relationships/slide" Target="/ppt/slides/slide12.xml" Id="R8120bcc7a36942da" /><Relationship Type="http://schemas.openxmlformats.org/officeDocument/2006/relationships/slide" Target="/ppt/slides/slide13.xml" Id="Ree6bfe517fc3412f" /><Relationship Type="http://schemas.openxmlformats.org/officeDocument/2006/relationships/slide" Target="/ppt/slides/slide14.xml" Id="R9e4adbbff0814531" /><Relationship Type="http://schemas.openxmlformats.org/officeDocument/2006/relationships/slide" Target="/ppt/slides/slide15.xml" Id="Redda48aa55e94b4e" /><Relationship Type="http://schemas.openxmlformats.org/officeDocument/2006/relationships/slide" Target="/ppt/slides/slide16.xml" Id="R6bb4b20d55d74fad" /><Relationship Type="http://schemas.openxmlformats.org/officeDocument/2006/relationships/slide" Target="/ppt/slides/slide17.xml" Id="R39fd318a385c4745" /><Relationship Type="http://schemas.openxmlformats.org/officeDocument/2006/relationships/slide" Target="/ppt/slides/slide18.xml" Id="R215bfecb16694c65" /><Relationship Type="http://schemas.openxmlformats.org/officeDocument/2006/relationships/slide" Target="/ppt/slides/slide19.xml" Id="R7f98072a23704a8a" /><Relationship Type="http://schemas.openxmlformats.org/officeDocument/2006/relationships/slide" Target="/ppt/slides/slide20.xml" Id="R9b1cc108dccd4ee3" /><Relationship Type="http://schemas.openxmlformats.org/officeDocument/2006/relationships/slide" Target="/ppt/slides/slide21.xml" Id="R0d833728838f4d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d2e2e377e9942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4c967d74324f42" /><Relationship Type="http://schemas.openxmlformats.org/officeDocument/2006/relationships/notesMaster" Target="/ppt/notesMasters/notesMaster1.xml" Id="R7c202e1f2c9143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9e663ea92e4c6f" /><Relationship Type="http://schemas.openxmlformats.org/officeDocument/2006/relationships/notesMaster" Target="/ppt/notesMasters/notesMaster1.xml" Id="Rc42b3fd3dec148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677fed5af84ab8" /><Relationship Type="http://schemas.openxmlformats.org/officeDocument/2006/relationships/notesMaster" Target="/ppt/notesMasters/notesMaster1.xml" Id="Rae4d5dd8f9ce45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fae2a00cce46b8" /><Relationship Type="http://schemas.openxmlformats.org/officeDocument/2006/relationships/notesMaster" Target="/ppt/notesMasters/notesMaster1.xml" Id="R4cb68a8508a840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80aaa2d45f45e8" /><Relationship Type="http://schemas.openxmlformats.org/officeDocument/2006/relationships/notesMaster" Target="/ppt/notesMasters/notesMaster1.xml" Id="R3e7cc7976bfd4b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341c43fd25429f" /><Relationship Type="http://schemas.openxmlformats.org/officeDocument/2006/relationships/notesMaster" Target="/ppt/notesMasters/notesMaster1.xml" Id="Red770a0a00e0486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545244852184f00" /><Relationship Type="http://schemas.openxmlformats.org/officeDocument/2006/relationships/notesMaster" Target="/ppt/notesMasters/notesMaster1.xml" Id="R3a43fcdacd8b42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387b1d51404381" /><Relationship Type="http://schemas.openxmlformats.org/officeDocument/2006/relationships/notesMaster" Target="/ppt/notesMasters/notesMaster1.xml" Id="R65f072d3b0e14a2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e9a2a0cb6e2442f" /><Relationship Type="http://schemas.openxmlformats.org/officeDocument/2006/relationships/notesMaster" Target="/ppt/notesMasters/notesMaster1.xml" Id="R5eb6e0f7ec264a5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65f223307114b91" /><Relationship Type="http://schemas.openxmlformats.org/officeDocument/2006/relationships/notesMaster" Target="/ppt/notesMasters/notesMaster1.xml" Id="Rae08d042dd7a468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65a2cf0687146f2" /><Relationship Type="http://schemas.openxmlformats.org/officeDocument/2006/relationships/notesMaster" Target="/ppt/notesMasters/notesMaster1.xml" Id="R819ed34730fa4d3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00f4058b0f64975" /><Relationship Type="http://schemas.openxmlformats.org/officeDocument/2006/relationships/notesMaster" Target="/ppt/notesMasters/notesMaster1.xml" Id="R4cc7d7a3ccea465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44a15158d274bbd" /><Relationship Type="http://schemas.openxmlformats.org/officeDocument/2006/relationships/notesMaster" Target="/ppt/notesMasters/notesMaster1.xml" Id="Rfe3bac031a03496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a714204fb8448b8" /><Relationship Type="http://schemas.openxmlformats.org/officeDocument/2006/relationships/notesMaster" Target="/ppt/notesMasters/notesMaster1.xml" Id="R68609a8578bf48a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2b16ad0a2ec4175" /><Relationship Type="http://schemas.openxmlformats.org/officeDocument/2006/relationships/notesMaster" Target="/ppt/notesMasters/notesMaster1.xml" Id="Rc230a165848a42c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c5ef80be5da4dc9" /><Relationship Type="http://schemas.openxmlformats.org/officeDocument/2006/relationships/notesMaster" Target="/ppt/notesMasters/notesMaster1.xml" Id="R68cac9fdf3bf4e6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480bacaa3b9454d" /><Relationship Type="http://schemas.openxmlformats.org/officeDocument/2006/relationships/notesMaster" Target="/ppt/notesMasters/notesMaster1.xml" Id="R9ec6a68e6f654a0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d8e2835329844f3" /><Relationship Type="http://schemas.openxmlformats.org/officeDocument/2006/relationships/notesMaster" Target="/ppt/notesMasters/notesMaster1.xml" Id="Re9a74d605f5d4e2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faa3ae70f744a56" /><Relationship Type="http://schemas.openxmlformats.org/officeDocument/2006/relationships/notesMaster" Target="/ppt/notesMasters/notesMaster1.xml" Id="Rcc1c0292cca9428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d7c3650808d4639" /><Relationship Type="http://schemas.openxmlformats.org/officeDocument/2006/relationships/notesMaster" Target="/ppt/notesMasters/notesMaster1.xml" Id="Rbe7b81d01d72475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a80816238254e63" /><Relationship Type="http://schemas.openxmlformats.org/officeDocument/2006/relationships/notesMaster" Target="/ppt/notesMasters/notesMaster1.xml" Id="Rc08b1cef74bc45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Cycle-by-cycle late or absent ovulation 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Monitoring irregular cycles without claiming a PMOS diagnosis Primary population-context source: https://pmc.ncbi.nlm.nih.gov/articles/PMC11581580/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Fictional synthetic persona - not a real patient - not performance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EHR-lite is implemented and explicitly oracle-adjacent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The dashboard loads the same persisted pipeline used by the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Every explicit operating choice uses train or validation 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Predeclared temperature sensor tier, descriptive seed means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Earliest safe threshold crossing only; all values are synthetic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Fixed Tier-2 day-18 model and threshold under predeclared perturbations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Decision-support research display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Missing safety information causes abstention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Clear boundaries around simulated physiology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All declared Kushi scenarios remain visible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Synthetic recovery is not prospective evidence in women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Public source, inspectable artifacts and explicit next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c0a6cbaa694e4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095349e69c41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a4f8cf4c2f44c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a9c6624bbb488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27417ffaa349b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2d7b3e7c4842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86BABB-9FEF-438F-92B9-29EAD459B2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217CEA5-129C-44C5-A422-5F912EBA9CA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AAB8492-DB05-46ED-A3F1-27062765E4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497F6E1-6C50-4F5F-9F3E-540CD62CDA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E1E696E-6DBF-4D7F-8BC7-1124564FF6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6A0DF5B-3226-4237-86EC-3ACBE488ED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A75B17F-5081-469F-96CD-3CD64403A8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B02F836-4294-4117-9A31-2F9025D40C1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C2002E-9CA6-4FFB-96B7-235DB24A0D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549474A-2CD2-4F03-972E-79DCF74413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47f8a665944939" /><Relationship Type="http://schemas.openxmlformats.org/officeDocument/2006/relationships/slideLayout" Target="/ppt/slideLayouts/slideLayout1.xml" Id="R6a57324cc267414c" /><Relationship Type="http://schemas.openxmlformats.org/officeDocument/2006/relationships/slideLayout" Target="/ppt/slideLayouts/slideLayout2.xml" Id="R7294ae0d36c541b8" /><Relationship Type="http://schemas.openxmlformats.org/officeDocument/2006/relationships/slideLayout" Target="/ppt/slideLayouts/slideLayout3.xml" Id="Rac6f97a283214115" /><Relationship Type="http://schemas.openxmlformats.org/officeDocument/2006/relationships/slideLayout" Target="/ppt/slideLayouts/slideLayout4.xml" Id="R1b8c0ec805bb4537" /><Relationship Type="http://schemas.openxmlformats.org/officeDocument/2006/relationships/slideLayout" Target="/ppt/slideLayouts/slideLayout5.xml" Id="Rfb21e096b67448e1" /><Relationship Type="http://schemas.openxmlformats.org/officeDocument/2006/relationships/slideLayout" Target="/ppt/slideLayouts/slideLayout6.xml" Id="R9b5c923640db470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57324cc267414c"/>
    <p:sldLayoutId xmlns:r="http://schemas.openxmlformats.org/officeDocument/2006/relationships" id="2147483650" r:id="R7294ae0d36c541b8"/>
    <p:sldLayoutId xmlns:r="http://schemas.openxmlformats.org/officeDocument/2006/relationships" id="2147483651" r:id="Rac6f97a283214115"/>
    <p:sldLayoutId xmlns:r="http://schemas.openxmlformats.org/officeDocument/2006/relationships" id="2147483652" r:id="R1b8c0ec805bb4537"/>
    <p:sldLayoutId xmlns:r="http://schemas.openxmlformats.org/officeDocument/2006/relationships" id="2147483653" r:id="Rfb21e096b67448e1"/>
    <p:sldLayoutId xmlns:r="http://schemas.openxmlformats.org/officeDocument/2006/relationships" id="2147483654" r:id="R9b5c923640db470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18d645dd8a4e4a" /><Relationship Type="http://schemas.openxmlformats.org/officeDocument/2006/relationships/notesSlide" Target="/ppt/notesSlides/notesSlide1.xml" Id="Re60ad19a495748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12da959fbe4b86" /><Relationship Type="http://schemas.openxmlformats.org/officeDocument/2006/relationships/notesSlide" Target="/ppt/notesSlides/notesSlide2.xml" Id="Ra54a826e918149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62123d19f44eda" /><Relationship Type="http://schemas.openxmlformats.org/officeDocument/2006/relationships/notesSlide" Target="/ppt/notesSlides/notesSlide3.xml" Id="R515540b9545847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d9f35798e741ca" /><Relationship Type="http://schemas.openxmlformats.org/officeDocument/2006/relationships/notesSlide" Target="/ppt/notesSlides/notesSlide4.xml" Id="Rf2ac9a26f5254b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10880a115e49cc" /><Relationship Type="http://schemas.openxmlformats.org/officeDocument/2006/relationships/notesSlide" Target="/ppt/notesSlides/notesSlide5.xml" Id="R96c7bafe49e947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0dd816b6e6471b" /><Relationship Type="http://schemas.openxmlformats.org/officeDocument/2006/relationships/notesSlide" Target="/ppt/notesSlides/notesSlide6.xml" Id="R17a4d0ad0132418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0648b230fa4be9" /><Relationship Type="http://schemas.openxmlformats.org/officeDocument/2006/relationships/notesSlide" Target="/ppt/notesSlides/notesSlide7.xml" Id="R93c79bbc388d41e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f8e5b2f8d8405d" /><Relationship Type="http://schemas.openxmlformats.org/officeDocument/2006/relationships/notesSlide" Target="/ppt/notesSlides/notesSlide8.xml" Id="Rae20dad821b64b9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1fdf17833f432e" /><Relationship Type="http://schemas.openxmlformats.org/officeDocument/2006/relationships/notesSlide" Target="/ppt/notesSlides/notesSlide9.xml" Id="Reb98cbdcd03d4e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171355c8324301" /><Relationship Type="http://schemas.openxmlformats.org/officeDocument/2006/relationships/notesSlide" Target="/ppt/notesSlides/notesSlide10.xml" Id="R9f59408087e0422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ce2efe98964e4e" /><Relationship Type="http://schemas.openxmlformats.org/officeDocument/2006/relationships/notesSlide" Target="/ppt/notesSlides/notesSlide11.xml" Id="R232bf2a73fca478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04837412a14410" /><Relationship Type="http://schemas.openxmlformats.org/officeDocument/2006/relationships/notesSlide" Target="/ppt/notesSlides/notesSlide12.xml" Id="R4342b24b61df4d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7f719455354934" /><Relationship Type="http://schemas.openxmlformats.org/officeDocument/2006/relationships/notesSlide" Target="/ppt/notesSlides/notesSlide13.xml" Id="Rb2b7af944b9248a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2bfbc2a4164e0b" /><Relationship Type="http://schemas.openxmlformats.org/officeDocument/2006/relationships/notesSlide" Target="/ppt/notesSlides/notesSlide14.xml" Id="R3ca0f5f06f8d4af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71bca175ca481f" /><Relationship Type="http://schemas.openxmlformats.org/officeDocument/2006/relationships/notesSlide" Target="/ppt/notesSlides/notesSlide15.xml" Id="R2fccededc9184b0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e63617e9334769" /><Relationship Type="http://schemas.openxmlformats.org/officeDocument/2006/relationships/notesSlide" Target="/ppt/notesSlides/notesSlide16.xml" Id="Re2b2c3382002438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d71109bb9c495f" /><Relationship Type="http://schemas.openxmlformats.org/officeDocument/2006/relationships/notesSlide" Target="/ppt/notesSlides/notesSlide17.xml" Id="R559792808957470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7a6d4e24114c61" /><Relationship Type="http://schemas.openxmlformats.org/officeDocument/2006/relationships/notesSlide" Target="/ppt/notesSlides/notesSlide18.xml" Id="R82da0cff02e4482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cb75b8cc1a4b26" /><Relationship Type="http://schemas.openxmlformats.org/officeDocument/2006/relationships/notesSlide" Target="/ppt/notesSlides/notesSlide19.xml" Id="R0505480e4bc9459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2219e46e9d4649" /><Relationship Type="http://schemas.openxmlformats.org/officeDocument/2006/relationships/notesSlide" Target="/ppt/notesSlides/notesSlide20.xml" Id="Ra5289df5b7344da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78f7de53a64982" /><Relationship Type="http://schemas.openxmlformats.org/officeDocument/2006/relationships/notesSlide" Target="/ppt/notesSlides/notesSlide21.xml" Id="R8454435db93b40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8E129-4D51-4095-8A98-7C599745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5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C2F775-7B71-45BE-BCA3-D9595D9E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Cycle-by-cycle late or absent ovulation research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27E5B5-09D5-4EB2-BF7F-F11430E6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Team CycleTwin / VIT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0E0282-27CA-44B6-93E9-4B5BB46DF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fitted synthetic forecasting workflow with explicit safety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54C9C3-1DB8-424B-AD12-516E586C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Kushi: fictional persona, never performance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146816-86F9-4ED8-9840-705584D1E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9387153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0EB1BD-76D4-434D-9A51-4FFA62D1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C3AB6-8670-46D7-A49C-4265E78F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Monitoring irregular cycles without claiming a PMOS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3E7AC3-F4DB-4BEB-A371-7DD23472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Target: generated ovulation after the configured cutoff, or generated absence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9E38F4-4DF0-45F3-BC12-C95526CE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India context: 7.2% by NIH criteria and 19.6% by Rotterdam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34D97C-F63E-4019-9CA2-519F21F5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Published prevalence depends on definition. It is not the simulator mixture or model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E1C422-F5D6-4DAF-98B8-F190275A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6447882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6368FC-9A8F-4D19-B1EF-8EB2B2AC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5D7F32-8D98-433B-83CD-79D77B35F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Fictional synthetic persona - not a real patient - not performance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31DC8C-B039-46AC-87AA-3D15020C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21 years, year 3 B.Tech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49F90-C363-402B-A4E8-CD20D067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Hostel life, exam-season sleep debt, mother with type 2 diabetes, smartwatch wearer.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23C667-4934-44FB-946B-092D0C0F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Actual generated past lengths: 41, 38, 41, 38, 44, 51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35F1BD-2B2E-40B4-9903-E43476DF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Selection uses generator truth and a declared seed, never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975116-9541-43E1-BD95-9D33499C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7465983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44C2E-DC99-47BF-A7C6-9788A4DE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Static and dynamic input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F2E72C-E165-47EF-B889-7D4C1F84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EHR-lite is implemented and explicitly oracle-adjacent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2B7294-A6BD-4890-AFAE-1C697873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Static: generated IR latent, androgen, age, BMI and family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3364C-3278-4A8A-A804-E8DA0C64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Dynamic: calendar history, RHR, HRV, steps, sleep and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F78677-E4D8-4C73-B2A1-0D7FBB05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measured hormone values. The XML parser demonstrates input shape only.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F7853F-F112-47B8-B1E9-E6900D5E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6142481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9DE017-D964-40A8-8089-6C8503491D5D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D6CCDC-4306-41DA-8D81-073C279A0667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F63360-4D37-4404-8333-562F99A1B348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D3A903-1A65-417C-91DD-F0FFBFCCBB94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6EB14B-F1B6-4F19-83F8-44D26C81DF67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C2DFB2-F87D-4EB1-A7AB-6D60CD31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One fitted prediction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244C69-6F84-45A0-8203-A8B232DD4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The dashboard loads the same persisted pipeline used by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1BEA2-D84C-48A0-886A-24104341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A75CA-F239-4CA0-87AF-EA6C4A9A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089E84-9A90-4C7D-AA9B-34837A49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46612D-FA71-4958-BCEA-806CBF47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C321A1-EC93-4AAC-BE37-CD9979AB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C57080-4B79-4BBA-AC3C-DB981881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5BFB2B-387B-4BCB-ABCB-811BD014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577041-5901-45B7-8E3D-8DF0F752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294459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F0AFD1-96CB-4DDB-B6B1-108F6B355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and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786859-E797-4D7C-BD6F-2FFC9CE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Every explicit operating choice uses train or validation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60052F-BD1E-4240-A300-9705D58C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Patient counts per development seed: train 840, validation 180, test 180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75AB6-6AC4-4216-8205-1F40BDAC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medians and scaling, logistic regression, validation Platt calibration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564C0-28DE-497C-A202-ECC7D360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Brier-gain rule selects richer features or calendar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333D3-CCC0-4FF6-9216-794A12FA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F1 chooses the threshold. Test outcomes never choose that threshold.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9DCF0B-3204-4B67-8640-0A847517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6442695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7C59F4-89CB-4005-B0C2-E9BFAE2D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E4D37-081A-4027-93CA-4DDCC811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652581-4ACD-4CDC-AFE8-5738A145BEB9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907E07-378D-47ED-A4A7-61C86CF0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7018696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3953AF-5093-41B2-8930-16BD5DF8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B1AA06-8D85-4DC2-B03D-58B982DE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89657D-9986-4E82-94ED-4EB83979C53D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6.069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7D5CA4-BC8E-4B1B-8504-90BA184D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111997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4165F4-6A18-4E30-B57C-B4A17559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B43BB3-07B2-4324-8893-D70FA5DD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444005-4FC8-4E1A-8B33-FE8595A99C70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B52DD0-4E3D-4923-A491-6198D447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269930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8AA37-F436-4552-87C7-4DE5B9A73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5B7E42-ED84-4F33-894D-54F20A00E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007DD7-8BA4-43F3-BC13-6DA05820DAE7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3A7D43-F445-4F8F-ACD9-70288BC8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3449735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D4F7C2-9B67-4FA2-A8EA-197AA907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CC611-856D-49F7-9EC0-ADA982D2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65A0DD-DD67-426C-8B5D-26E7EF6F8484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6.790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6.319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5CD30-4B3B-434A-A2CB-74A5D876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23189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78EEF7-4876-441E-83FF-5724709B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89E0B-39C2-4BDD-B3D7-302E825E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9BB60F-AA0A-4CDE-A174-836712093753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207E45-C7BB-480A-84E9-D48F59B3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855990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0DBC38-612D-4181-9E2B-7F8B562E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Evidence at the latest sensor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AF0BDA-52D6-4A81-A8B6-69CB0368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Predeclared temperature sensor tier, descriptive seed means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B39C6-7BAD-40B7-B843-9F7B79848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day 18, Tier 2: AUROC 0.907,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29CD82-9750-4BF0-B922-2DF3AE0B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3,240 synthetic test cycles across 3 frozen seeds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75374-8569-4C35-BCB5-451ABE62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separate frozen evaluation artifact is 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625457-75DA-45B5-8A00-11B43CCD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Standard average precision and calibration diagnostics are available from stored predictions.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382B9-9D9A-4B8D-ABB8-7245EC5A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6307149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E5C76E-D860-41B0-A64D-05ECA2B9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sequential alert-policy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1F4764-22F7-4070-A725-2F77F5B4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Earliest safe threshold crossing only; all values are synthetic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419659-A82A-4F42-A63E-D6B214E2E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Tier 2: 1,634 alerts across 3,240 generated cycles; alert precision 0.730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EEC69A-4A42-4B6B-A1D3-566B9508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Missed generated events: 484/1,677 (0.289); false alerts: 1.484 per synthetic patient-year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E80A7E-E6F4-454F-8024-3C7D271E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Median generated-event lead time: 17.000 days among 790 true-positive cycles with a generated ovulation 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088A1A-8B11-4877-B70A-627DFBD0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Safety is evaluated at every snapshot; no later score can change an earlier alert.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D3C5C-C383-4E17-86C9-0A07D4FD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57289943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454E1F-A3D5-403B-9F63-6EF081A2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robustness extension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D9C850-40C3-477A-AE6D-1E91709A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Fixed Tier-2 day-18 model and threshold under predeclared perturbations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80620C-7C1C-4301-BEE0-A7FB8B8A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At 60% additional forced missing temperature readings: AUROC 0.884, Brier 0.140, safety withholding 1.000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68FABB-0108-4332-AED8-36AA7D9A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+0.01°C/day drift: AUROC 0.906, Brier 0.300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BBBA92-5145-4014-B431-FE860AE0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a +4-day generated timing shift on independent synthetic cohorts: AUROC 0.863, Brier 0.145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1E8184-0E51-4D35-BC44-5ABBA2BF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These are simulator sensitivity tests, not device robustness or clinical validation.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3E5EC0-7A5E-494A-A434-B54D40CCF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3740956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CDFFC5-019E-49B1-8010-4933C1CA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What the clinician view shows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ECBC8B-0221-42C2-90FC-93F7DAE73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Decision-support research display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ADF42E-FC8A-413E-9769-C77D193C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Fitted probability beside its own validation threshold and held-out model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1D2E7-A888-4738-8615-166DC6AD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Exact additive feature contributions and explicit imputation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FB4BA8-71F9-4751-99D0-AE99BC0AB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day estimate and conditional, illustrative day band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DAA4CC-0107-4785-9760-D259BA73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Data-quality ribbon and the reason for any withholding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28703-371E-443B-86C7-BF2BD341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1975874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584D94-C290-41C0-9BAA-8AC5E8A9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Guardrails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C668A5-F95F-45A5-8412-B035B6F3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Missing safety information causes abstention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1796A-D932-4800-9757-AD158270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Contraception, thyroid and prolactin flags, age and pregnancy-related states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C1DD4-6454-4F7A-B69A-D1239490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Early post-menarche, perimenopause and insufficient observed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45CD0-86C4-4D3D-9936-D99F16D6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Withholding removes personal scores, intervals, explanations, sandbox outputs and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7C9EE2-FB99-422F-A8EA-7CECFB5E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workflow is synthetic and its safety effectiveness has not been clinically evaluated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B9827A-ADD1-4F40-B26C-63AFF4D6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011652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65724-4331-478B-9021-09FE9C91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and assumption sandbox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F3DEA9-C9AB-4D3C-A347-8F99DD0C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Clear boundaries around simulated physiology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98368-7F0D-4381-956D-6EF0BE52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Reproductive and metabolic equations generate an illustrative state trajectory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8EF5E0-172D-45C5-B550-A64572D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does not affect the logistic score or its reported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05EE50-17E7-41AC-BC85-3F84DA85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sandbox edits invented model inputs. It does not predict a treatment effect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081B18-7238-4C91-ADC2-7CCA34B6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Glucose threshold crossings are simulated counts, not an evaluated glucose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937E73-563B-4B40-BE92-823D4F2E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60856464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1F3D28-46FA-46E5-B075-ACEAC3AE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Where it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5815A4-1D7A-4AF8-B063-2A1354D2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All declared Kushi scenarios remain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2F1CE-154A-4D80-83C1-253F3B33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Display the fixed scenario seeds with misses, false alarms or withholding unchanged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0AC2CC-0128-457D-9004-DE0F88730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Different snapshots can fall back to calendar even when sensors are 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57CEB-6F9F-451A-ADD6-92038404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class set containing both outcomes does not identify one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9E22DA-28FD-47FE-A9D8-C61B7274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Robustness, state-estimator and conformal coverage evidence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2A2E67-A92C-4AD9-8829-7C9305C6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9518085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04107C-3864-47D8-B3AE-AF8A7C48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Validity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83BB5-9E23-4EF1-AD65-BC54546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recovery is not prospective evidence in women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1667CE-4B2B-4100-9630-145018B5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Labels and sensor changes share generator assumptions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B1E26-69A2-4133-8260-C077409C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EHR-lite includes a label-generating internal latent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44DC9-AB48-4AAE-A8C5-98F17A25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Old test seeds were reused during development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D7161-D4E3-4108-BC66-775A8169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frozen synthetic sequential alert policy is evaluated; robustness and clinical safety effectiveness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4B435C-86A2-4EBA-9C45-75B25A50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5830728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FB85F9-864C-46C1-9356-E76234A9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Reproducible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162C8B-08BF-4DCF-B03B-612ACF43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Public source, inspectable artifacts and explicit next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A1DDD-F9A8-4A0C-81E1-64F709AD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README, model cards and the audit link every claim to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D01EE2-0D86-4F82-BCC3-9F20BEE7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inference reproduces the benchmark and exposes exact feature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332EB-7736-4E1E-96B9-6F0CAAFE4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required video remains a human recording and upload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FC2CC-828D-4A86-94B8-47BB07FE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Clinical validation, clinician feedback and sim-to-real evaluation remain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CEA286-A2BA-4A30-BFD8-F17865CE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397274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2026-10-20T09:07:21.4440000Z</dcterms:created>
  <dcterms:modified xsi:type="dcterms:W3CDTF">2026-10-20T09:07:21.4440000Z</dcterms:modified>
</coreProperties>
</file>