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c5e0969390443d" /><Relationship Type="http://schemas.openxmlformats.org/officeDocument/2006/relationships/extended-properties" Target="/docProps/app.xml" Id="R30f3fce7feea4ab6" /><Relationship Type="http://schemas.openxmlformats.org/officeDocument/2006/relationships/officeDocument" Target="/ppt/presentation.xml" Id="R29745597e7974c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f78c829ab8428f"/>
  </p:sldMasterIdLst>
  <p:notesMasterIdLst>
    <p:notesMasterId xmlns:r="http://schemas.openxmlformats.org/officeDocument/2006/relationships" r:id="Rbf91b4f93df6408f"/>
  </p:notesMasterIdLst>
  <p:sldIdLst>
    <p:sldId xmlns:r="http://schemas.openxmlformats.org/officeDocument/2006/relationships" id="256" r:id="R9668bd23ba274410"/>
    <p:sldId xmlns:r="http://schemas.openxmlformats.org/officeDocument/2006/relationships" id="257" r:id="R2d993a663b1d41ed"/>
    <p:sldId xmlns:r="http://schemas.openxmlformats.org/officeDocument/2006/relationships" id="258" r:id="Rdb473e317c464f79"/>
    <p:sldId xmlns:r="http://schemas.openxmlformats.org/officeDocument/2006/relationships" id="259" r:id="Rca5cc09123ab4546"/>
    <p:sldId xmlns:r="http://schemas.openxmlformats.org/officeDocument/2006/relationships" id="260" r:id="R8ec424ea09c34212"/>
    <p:sldId xmlns:r="http://schemas.openxmlformats.org/officeDocument/2006/relationships" id="261" r:id="R74fb3c3161c04aa1"/>
    <p:sldId xmlns:r="http://schemas.openxmlformats.org/officeDocument/2006/relationships" id="262" r:id="R84ccec50e53c444f"/>
    <p:sldId xmlns:r="http://schemas.openxmlformats.org/officeDocument/2006/relationships" id="263" r:id="R6d2360989d6448b3"/>
    <p:sldId xmlns:r="http://schemas.openxmlformats.org/officeDocument/2006/relationships" id="264" r:id="R32dd54301def4f89"/>
    <p:sldId xmlns:r="http://schemas.openxmlformats.org/officeDocument/2006/relationships" id="265" r:id="Rb401a571deac415b"/>
    <p:sldId xmlns:r="http://schemas.openxmlformats.org/officeDocument/2006/relationships" id="266" r:id="Re316b85ccd1040f9"/>
    <p:sldId xmlns:r="http://schemas.openxmlformats.org/officeDocument/2006/relationships" id="267" r:id="R8164f21a7b964e9f"/>
    <p:sldId xmlns:r="http://schemas.openxmlformats.org/officeDocument/2006/relationships" id="268" r:id="R43e8c318a86e4869"/>
    <p:sldId xmlns:r="http://schemas.openxmlformats.org/officeDocument/2006/relationships" id="269" r:id="Rfc23d0354e4349af"/>
    <p:sldId xmlns:r="http://schemas.openxmlformats.org/officeDocument/2006/relationships" id="270" r:id="R84216b7ce9b64bdb"/>
    <p:sldId xmlns:r="http://schemas.openxmlformats.org/officeDocument/2006/relationships" id="271" r:id="R7c595217faaa4e5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229dc7032d42ae" /><Relationship Type="http://schemas.openxmlformats.org/officeDocument/2006/relationships/slideMaster" Target="/ppt/slideMasters/slideMaster1.xml" Id="R6af78c829ab8428f" /><Relationship Type="http://schemas.openxmlformats.org/officeDocument/2006/relationships/notesMaster" Target="/ppt/notesMasters/notesMaster1.xml" Id="Rbf91b4f93df6408f" /><Relationship Type="http://schemas.openxmlformats.org/officeDocument/2006/relationships/presProps" Target="/ppt/presProps.xml" Id="R54321e09b0d44015" /><Relationship Type="http://schemas.openxmlformats.org/officeDocument/2006/relationships/tableStyles" Target="/ppt/tableStyles.xml" Id="R25e9dc9a0b994129" /><Relationship Type="http://schemas.openxmlformats.org/officeDocument/2006/relationships/slide" Target="/ppt/slides/slide1.xml" Id="R9668bd23ba274410" /><Relationship Type="http://schemas.openxmlformats.org/officeDocument/2006/relationships/slide" Target="/ppt/slides/slide2.xml" Id="R2d993a663b1d41ed" /><Relationship Type="http://schemas.openxmlformats.org/officeDocument/2006/relationships/slide" Target="/ppt/slides/slide3.xml" Id="Rdb473e317c464f79" /><Relationship Type="http://schemas.openxmlformats.org/officeDocument/2006/relationships/slide" Target="/ppt/slides/slide4.xml" Id="Rca5cc09123ab4546" /><Relationship Type="http://schemas.openxmlformats.org/officeDocument/2006/relationships/slide" Target="/ppt/slides/slide5.xml" Id="R8ec424ea09c34212" /><Relationship Type="http://schemas.openxmlformats.org/officeDocument/2006/relationships/slide" Target="/ppt/slides/slide6.xml" Id="R74fb3c3161c04aa1" /><Relationship Type="http://schemas.openxmlformats.org/officeDocument/2006/relationships/slide" Target="/ppt/slides/slide7.xml" Id="R84ccec50e53c444f" /><Relationship Type="http://schemas.openxmlformats.org/officeDocument/2006/relationships/slide" Target="/ppt/slides/slide8.xml" Id="R6d2360989d6448b3" /><Relationship Type="http://schemas.openxmlformats.org/officeDocument/2006/relationships/slide" Target="/ppt/slides/slide9.xml" Id="R32dd54301def4f89" /><Relationship Type="http://schemas.openxmlformats.org/officeDocument/2006/relationships/slide" Target="/ppt/slides/slide10.xml" Id="Rb401a571deac415b" /><Relationship Type="http://schemas.openxmlformats.org/officeDocument/2006/relationships/slide" Target="/ppt/slides/slide11.xml" Id="Re316b85ccd1040f9" /><Relationship Type="http://schemas.openxmlformats.org/officeDocument/2006/relationships/slide" Target="/ppt/slides/slide12.xml" Id="R8164f21a7b964e9f" /><Relationship Type="http://schemas.openxmlformats.org/officeDocument/2006/relationships/slide" Target="/ppt/slides/slide13.xml" Id="R43e8c318a86e4869" /><Relationship Type="http://schemas.openxmlformats.org/officeDocument/2006/relationships/slide" Target="/ppt/slides/slide14.xml" Id="Rfc23d0354e4349af" /><Relationship Type="http://schemas.openxmlformats.org/officeDocument/2006/relationships/slide" Target="/ppt/slides/slide15.xml" Id="R84216b7ce9b64bdb" /><Relationship Type="http://schemas.openxmlformats.org/officeDocument/2006/relationships/slide" Target="/ppt/slides/slide16.xml" Id="R7c595217faaa4e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419d6f590943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e24dac6f2a4b24" /><Relationship Type="http://schemas.openxmlformats.org/officeDocument/2006/relationships/notesMaster" Target="/ppt/notesMasters/notesMaster1.xml" Id="Rafe32343de7d45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6eb66066de4fa5" /><Relationship Type="http://schemas.openxmlformats.org/officeDocument/2006/relationships/notesMaster" Target="/ppt/notesMasters/notesMaster1.xml" Id="R819a40b34a5e4c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1a84100550401a" /><Relationship Type="http://schemas.openxmlformats.org/officeDocument/2006/relationships/notesMaster" Target="/ppt/notesMasters/notesMaster1.xml" Id="R14516397fcad42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9e257d9bbd4ee8" /><Relationship Type="http://schemas.openxmlformats.org/officeDocument/2006/relationships/notesMaster" Target="/ppt/notesMasters/notesMaster1.xml" Id="R394dd832f9384f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b29278fe114e81" /><Relationship Type="http://schemas.openxmlformats.org/officeDocument/2006/relationships/notesMaster" Target="/ppt/notesMasters/notesMaster1.xml" Id="Rda853c4779f543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c2298d0bbe411d" /><Relationship Type="http://schemas.openxmlformats.org/officeDocument/2006/relationships/notesMaster" Target="/ppt/notesMasters/notesMaster1.xml" Id="Rb8efe94aff0748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ce723695d14865" /><Relationship Type="http://schemas.openxmlformats.org/officeDocument/2006/relationships/notesMaster" Target="/ppt/notesMasters/notesMaster1.xml" Id="Rfa587410facd43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4c7bbd3e574622" /><Relationship Type="http://schemas.openxmlformats.org/officeDocument/2006/relationships/notesMaster" Target="/ppt/notesMasters/notesMaster1.xml" Id="Rcf524ce15c9347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7e1c7e7a904205" /><Relationship Type="http://schemas.openxmlformats.org/officeDocument/2006/relationships/notesMaster" Target="/ppt/notesMasters/notesMaster1.xml" Id="R781c6ac124ed4cc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76e48aaf40841f2" /><Relationship Type="http://schemas.openxmlformats.org/officeDocument/2006/relationships/notesMaster" Target="/ppt/notesMasters/notesMaster1.xml" Id="R9715c6df49e24e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11897df3bf04dd8" /><Relationship Type="http://schemas.openxmlformats.org/officeDocument/2006/relationships/notesMaster" Target="/ppt/notesMasters/notesMaster1.xml" Id="Rdeb012a6faff482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b8f7abf9b764ce6" /><Relationship Type="http://schemas.openxmlformats.org/officeDocument/2006/relationships/notesMaster" Target="/ppt/notesMasters/notesMaster1.xml" Id="R367acc207cf9456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76560da39514eb5" /><Relationship Type="http://schemas.openxmlformats.org/officeDocument/2006/relationships/notesMaster" Target="/ppt/notesMasters/notesMaster1.xml" Id="R590dba503443468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cd5d4cb196742ea" /><Relationship Type="http://schemas.openxmlformats.org/officeDocument/2006/relationships/notesMaster" Target="/ppt/notesMasters/notesMaster1.xml" Id="R400f9aa765c3403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e40341b8d1949d5" /><Relationship Type="http://schemas.openxmlformats.org/officeDocument/2006/relationships/notesMaster" Target="/ppt/notesMasters/notesMaster1.xml" Id="Ra24efb264288410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9346f8944fd4087" /><Relationship Type="http://schemas.openxmlformats.org/officeDocument/2006/relationships/notesMaster" Target="/ppt/notesMasters/notesMaster1.xml" Id="R0d654bb9a88f4a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Cycle-by-cycle late or absent ovulation 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Monitoring irregular cycles without claiming a PMOS diagnosis Primary population-context source: https://pmc.ncbi.nlm.nih.gov/articles/PMC11581580/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Fictional synthetic persona - not a real patient - not performance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EHR-lite is implemented and explicitly oracle-adjacent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The dashboard loads the same persisted pipeline used by the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Every explicit operating choice uses train or validation 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Predeclared temperature sensor tier, descriptive seed means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Decision-support research display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Missing safety information causes abstention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Clear boundaries around simulated physiology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All declared Kushi scenarios remain visible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Synthetic recovery is not prospective evidence in women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Public source, inspectable artifacts and explicit next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0edc586e2c4d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b4fff815f24b8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5893202cd84c1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f2118431ea4a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024fb0c064e2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e2ab58d90546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DB6098-8E96-43A9-B443-488AD9833C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5F0E97F-354E-48FA-A846-2DFD7515F3A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D95C833-BBF7-40DA-9480-876A1A40FB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97FA8F7-50E9-4198-B63A-42F7A1B37B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501F627-CBDD-4325-AE20-FBAD75567F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8713447-2CFB-418E-8CFD-30D0220A3D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302DE6E-E999-4B72-B4BA-238679B003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66291D6-329F-4CC1-8D8B-F43F7E96F34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08593D-394F-4CF7-9743-702FC20D5C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3E6C326-AD9C-41C4-9169-8E4A13E455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6e1dc5060142ed" /><Relationship Type="http://schemas.openxmlformats.org/officeDocument/2006/relationships/slideLayout" Target="/ppt/slideLayouts/slideLayout1.xml" Id="Rba1c0ab732854c14" /><Relationship Type="http://schemas.openxmlformats.org/officeDocument/2006/relationships/slideLayout" Target="/ppt/slideLayouts/slideLayout2.xml" Id="R82b590ccf9794202" /><Relationship Type="http://schemas.openxmlformats.org/officeDocument/2006/relationships/slideLayout" Target="/ppt/slideLayouts/slideLayout3.xml" Id="R22e18268d2fd44e3" /><Relationship Type="http://schemas.openxmlformats.org/officeDocument/2006/relationships/slideLayout" Target="/ppt/slideLayouts/slideLayout4.xml" Id="R1f35fc7f2098486f" /><Relationship Type="http://schemas.openxmlformats.org/officeDocument/2006/relationships/slideLayout" Target="/ppt/slideLayouts/slideLayout5.xml" Id="R6a16aeb8212449cf" /><Relationship Type="http://schemas.openxmlformats.org/officeDocument/2006/relationships/slideLayout" Target="/ppt/slideLayouts/slideLayout6.xml" Id="Rf2a2e9f0380f4b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1c0ab732854c14"/>
    <p:sldLayoutId xmlns:r="http://schemas.openxmlformats.org/officeDocument/2006/relationships" id="2147483650" r:id="R82b590ccf9794202"/>
    <p:sldLayoutId xmlns:r="http://schemas.openxmlformats.org/officeDocument/2006/relationships" id="2147483651" r:id="R22e18268d2fd44e3"/>
    <p:sldLayoutId xmlns:r="http://schemas.openxmlformats.org/officeDocument/2006/relationships" id="2147483652" r:id="R1f35fc7f2098486f"/>
    <p:sldLayoutId xmlns:r="http://schemas.openxmlformats.org/officeDocument/2006/relationships" id="2147483653" r:id="R6a16aeb8212449cf"/>
    <p:sldLayoutId xmlns:r="http://schemas.openxmlformats.org/officeDocument/2006/relationships" id="2147483654" r:id="Rf2a2e9f0380f4b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27f0ff99034ae3" /><Relationship Type="http://schemas.openxmlformats.org/officeDocument/2006/relationships/notesSlide" Target="/ppt/notesSlides/notesSlide1.xml" Id="R61e0d61df7b643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dfe2a75aa842ff" /><Relationship Type="http://schemas.openxmlformats.org/officeDocument/2006/relationships/notesSlide" Target="/ppt/notesSlides/notesSlide2.xml" Id="Rb771703ea0314f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ea62b5c6aa425a" /><Relationship Type="http://schemas.openxmlformats.org/officeDocument/2006/relationships/notesSlide" Target="/ppt/notesSlides/notesSlide3.xml" Id="Rf4d4b3e78e1845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24301d4bc44f67" /><Relationship Type="http://schemas.openxmlformats.org/officeDocument/2006/relationships/notesSlide" Target="/ppt/notesSlides/notesSlide4.xml" Id="Reca215712f3849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aa301741294a2f" /><Relationship Type="http://schemas.openxmlformats.org/officeDocument/2006/relationships/notesSlide" Target="/ppt/notesSlides/notesSlide5.xml" Id="R787c9fbfeef44b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444a19e39644a2" /><Relationship Type="http://schemas.openxmlformats.org/officeDocument/2006/relationships/notesSlide" Target="/ppt/notesSlides/notesSlide6.xml" Id="Rdccef864092742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491478953e4738" /><Relationship Type="http://schemas.openxmlformats.org/officeDocument/2006/relationships/notesSlide" Target="/ppt/notesSlides/notesSlide7.xml" Id="R9376ed3f0aaa41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4f1fe1d76e4538" /><Relationship Type="http://schemas.openxmlformats.org/officeDocument/2006/relationships/notesSlide" Target="/ppt/notesSlides/notesSlide8.xml" Id="R216d5b1b588b46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380bdeea05456b" /><Relationship Type="http://schemas.openxmlformats.org/officeDocument/2006/relationships/notesSlide" Target="/ppt/notesSlides/notesSlide9.xml" Id="Rb1508340319c4d3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bd81f7a0d946a7" /><Relationship Type="http://schemas.openxmlformats.org/officeDocument/2006/relationships/notesSlide" Target="/ppt/notesSlides/notesSlide10.xml" Id="R11fdfe4375584d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ce8702294d4b20" /><Relationship Type="http://schemas.openxmlformats.org/officeDocument/2006/relationships/notesSlide" Target="/ppt/notesSlides/notesSlide11.xml" Id="R49a4f5ab8de748c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0a17553e8c46a2" /><Relationship Type="http://schemas.openxmlformats.org/officeDocument/2006/relationships/notesSlide" Target="/ppt/notesSlides/notesSlide12.xml" Id="Rd472406a7d2f4d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0ee9aae2aa40f7" /><Relationship Type="http://schemas.openxmlformats.org/officeDocument/2006/relationships/notesSlide" Target="/ppt/notesSlides/notesSlide13.xml" Id="R7021b621c9d241e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d2d7f662ea4fce" /><Relationship Type="http://schemas.openxmlformats.org/officeDocument/2006/relationships/notesSlide" Target="/ppt/notesSlides/notesSlide14.xml" Id="R9c9930c6f4e44c5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d44aa3f6634ebe" /><Relationship Type="http://schemas.openxmlformats.org/officeDocument/2006/relationships/notesSlide" Target="/ppt/notesSlides/notesSlide15.xml" Id="R264758b6ce8343a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4f478b97f944c5" /><Relationship Type="http://schemas.openxmlformats.org/officeDocument/2006/relationships/notesSlide" Target="/ppt/notesSlides/notesSlide16.xml" Id="R7961d65ed0164f8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7802EC-DA3D-4A17-9335-17095655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5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108273-BF17-40DC-A139-29695C66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Cycle-by-cycle late or absent ovulation research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FEA6EC-0EC7-40BE-B5BF-41D6421F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Team CycleTwin / VIT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CC917-FFF4-4FDC-B80C-6471388F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fitted synthetic forecasting workflow with explicit safety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B793FC-608D-4193-ACA7-59512407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Kushi: fictional persona, never performance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7BFDFD-CBCC-4760-86C8-69785B72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1146038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4AF5A9-6ABA-418A-80BD-C1B29BB8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7313B7-AA0C-41DD-ABCD-B15AE5F0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Monitoring irregular cycles without claiming a PMOS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12E295-10A9-4F73-8592-D1ECC77D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Target: generated ovulation after the configured cutoff, or generated absence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81A58-0957-44FC-A382-F20E7786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India context: 7.2% by NIH criteria and 19.6% by Rotterdam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0CFA86-0F6A-4994-A508-E8130B42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Published prevalence depends on definition. It is not the simulator mixture or model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01CD13-AE49-4117-BE08-601F19CB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6386082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7F310-658B-47FF-A09C-7F9AA969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63A7C-36B7-4867-A760-13AF8727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Fictional synthetic persona - not a real patient - not performance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C2F03C-23E8-4780-84B0-EED7538F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21 years, year 3 B.Tech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D64ABC-5164-4610-9D45-BDB225D7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Hostel life, exam-season sleep debt, mother with type 2 diabetes, smartwatch wearer.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669FBE-155B-4041-84D3-268239F6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Actual generated past lengths: 41, 38, 41, 38, 44, 51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725A66-2A60-4BF7-86D6-35EDA667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Selection uses generator truth and a declared seed, never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1A81EC-ABAB-4722-B78C-8E974B3A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531882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EC769-FA0F-4CEB-88F4-8AEB281E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Static and dynamic input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0243B-C0E7-4C5B-8148-E6D8B3D1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EHR-lite is implemented and explicitly oracle-adjacent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729967-5997-40CB-A3B3-C4C0BABD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Static: generated IR latent, androgen, age, BMI and family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DABD0C-34C5-4721-8F16-78FF4034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Dynamic: calendar history, RHR, HRV, steps, sleep and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A67AC5-8C46-4E98-A493-3EFA60D5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measured hormone values. The XML parser demonstrates input shape only.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295C4D-1093-42CE-8687-D249D844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5292110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6F13E8-D151-480F-9585-CF8C7EE54173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7E3FB-1335-4FBA-B306-F5924E567D74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BBF52B-314C-424C-92A4-D34D422FE8A4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47D831-FE15-4A80-AB7A-9DC1975EAE24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9845BF-325C-408C-868B-46812085F623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358FC-1914-4279-B0AA-CFDF066E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One fitted prediction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2A0AA-671F-4F7C-982E-1B2D4E62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The dashboard loads the same persisted pipeline used by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06D49C-1C88-4CC4-8E83-124DAFFC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27791C-F119-412D-9A2C-7C776FD5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B474B-2286-4E86-9D5F-6915356C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5632BC-899E-4BF1-AA34-326CEE06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BEB8C-DD0F-4802-AE4F-7DD11C87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C29191-C19A-4160-A366-E4240FDA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6239AF-EE06-41D1-8E51-54B0030B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41A7ED-88C9-4045-B47D-A73FA70C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258189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C81FAC-CD50-45B5-8032-0DD40368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and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F92D19-9887-49E7-BB45-04F3EC69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Every explicit operating choice uses train or validation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608DAD-86B2-4D72-8F6E-2CA77F1E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Patient counts per development seed: train 840, validation 180, test 180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2B9A6-9525-46B4-BF3F-0F3A93C4A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medians and scaling, logistic regression, validation Platt calibration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1F8B2A-B363-4AE3-ABE5-9AB02C95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Brier-gain rule selects richer features or calendar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7FFA3E-58AD-46A1-9074-E0BDEC82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F1 chooses the threshold. Test outcomes never choose that threshold.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7D3BF-3A80-4672-9643-B5D9DABE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004655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AD876E-AB29-4CA5-823E-93C6BC15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8A36F-8958-4954-B733-CD544AB4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0E18A1-C25D-46DC-B4F5-FBFDA037C982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9C1A9-1EE2-469E-A94B-583C92C5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943356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1926A5-DF35-4C06-8C5C-652BD237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FAEE7D-81E6-432B-BECC-CDBCF5EB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10E46C-9EAC-4CC7-922A-D2AC1EE5B095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6.069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45E46-74A8-482B-843B-EE084459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0471696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C4F210-1E40-4E1D-9F3F-4077BFE9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55390F-8D46-4D33-BBBD-04005FC0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69AB7-9C18-444A-8C12-3DF3F6054F57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7788A3-109B-452F-8AC3-70AF513D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1334350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2F5C8-B893-44BE-B432-D09EF65A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Evidence at the latest sensor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E0ECB0-14A4-429C-B380-4DD28C7E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Predeclared temperature sensor tier, descriptive seed means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85BA1-824C-4786-9FFD-71A270B5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day 18, Tier 2: AUROC 0.906, Brier 0.119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3CBAC-72FB-4A1C-BAB4-E5C0EB65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3,240 synthetic test cycles across 3 development seeds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23A67-F578-4D54-9270-EE2190DC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Old seeds informed development. A frozen evaluation is pending.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9C78BE-48AC-409F-BBAD-1CBAA53A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Current AUPRC is custom and tie-sensitive. Standard average precision is a reporting follow-up.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E9C016-F25A-4EA9-A553-0FDBE8C4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0891957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3B80B8-F69A-4F56-8F05-29205062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What the clinician view shows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0FF25E-889B-4010-B53F-553AC74A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Decision-support research display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F8C48D-D9CD-4AD8-9BBA-AA4669BE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Fitted probability beside its own validation threshold and held-out model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A0F0F1-0906-4E30-B96C-788D495D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Exact additive feature contributions and explicit imputation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476976-1196-45E8-A2EA-B474C62C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day estimate and conditional, illustrative day band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D1258A-A594-47E7-851B-E557FD6E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Data-quality ribbon and the reason for any withholding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815083-431D-4B47-B7D6-B1240EA8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433028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CA2506-E0B2-4DA2-8A49-E4D616FF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Guardrails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6501B-2911-4F56-9140-7EF75CE8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Missing safety information causes abstention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9FF316-169F-4070-9928-4AC53FD7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Contraception, thyroid and prolactin flags, age and pregnancy-related states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167818-DA6C-4C9F-A065-6695AF8D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Early post-menarche, perimenopause and insufficient observed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919E2F-F738-4A13-8041-0A989266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Withholding removes personal scores, intervals, explanations, sandbox outputs and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F16716-88BB-4E8B-AC35-906E8ECA5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workflow is synthetic and its safety effectiveness has not been clinically evaluated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894AB-2CA5-4919-9D8E-B2F67ACB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417585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8498B-76E0-4283-BD2E-4C589173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and assumption sandbox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96F7FF-FAE2-4544-95E3-6D022FA8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Clear boundaries around simulated physiology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5403D9-93C4-4DDC-A720-1796D115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Reproductive and metabolic equations generate an illustrative state trajectory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B1BDB5-1D5E-4CDF-B504-28B0244F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does not affect the logistic score or its reported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CDD179-07ED-4734-9F14-CC1D0981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sandbox edits invented model inputs. It does not predict a treatment effect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D435AF-E8CC-4F2A-9776-0B84E27A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Glucose threshold crossings are simulated counts, not an evaluated glucose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69469E-919A-461D-9008-863E7415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0521127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80EE03-B915-467A-9C71-0663B98A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Where it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220C0-C274-41EF-A84E-F27C1BC6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All declared Kushi scenarios remain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4D842-B002-46F6-ABFC-B405D7AA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Display the fixed scenario seeds with misses, false alarms or withholding unchanged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3CD73-00DF-4D81-AA06-E5382B37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Different snapshots can fall back to calendar even when sensors are 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582E3-7013-4A8D-BDBC-6D2DEC34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class set containing both outcomes does not identify one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28DC2-605A-4237-A002-DF6216E3D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Robustness, state-estimator and conformal coverage evidence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A6F4D-5062-445C-BDCE-4812C299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1941134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4D53A-CBA5-42C5-9859-54B0FDB9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Validity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1FEC1-A800-4A2D-905E-F5F7EC2D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recovery is not prospective evidence in women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AB5A51-5410-41B6-8873-A5B02188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Labels and sensor changes share generator assumptions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56EAD-D83D-4946-AF55-0BD50B36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EHR-lite includes a label-generating internal latent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F34F1-36EB-4408-BC3E-E7B107BF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Old test seeds were reused during development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93FEB-5E0C-455B-8B69-BE1DC2D9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current benchmark does not evaluate the complete sequential alert policy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5FFC6B-097D-40BE-B251-4C766B6C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141957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01D1BF-19B3-4467-AC3D-74B42BEC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Reproducible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B6BBAF-35DC-4149-85D0-C5DBF13F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Public source, inspectable artifacts and explicit next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7FDACD-AB9D-40E4-A1FF-F381E01D2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README, model cards and the audit link every claim to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688939-831F-4F63-A592-AFD56AA5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inference reproduces the benchmark and exposes exact feature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E4FEB-1377-46B7-8762-DF792335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required video remains a human recording and upload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5FD5E-FB00-47F2-BF05-36215A50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Clinical validation, clinician feedback and sim-to-real evaluation remain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DDBE81-10A4-471F-8EA2-BEFC86F9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1295391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2026-10-20T08:25:44.6580000Z</dcterms:created>
  <dcterms:modified xsi:type="dcterms:W3CDTF">2026-10-20T08:25:44.6580000Z</dcterms:modified>
</coreProperties>
</file>