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6585ea95184513" /><Relationship Type="http://schemas.openxmlformats.org/officeDocument/2006/relationships/extended-properties" Target="/docProps/app.xml" Id="R777d1ba5ee1e4a81" /><Relationship Type="http://schemas.openxmlformats.org/officeDocument/2006/relationships/officeDocument" Target="/ppt/presentation.xml" Id="R9d3210941ed146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1d4068b0f94f44"/>
  </p:sldMasterIdLst>
  <p:notesMasterIdLst>
    <p:notesMasterId xmlns:r="http://schemas.openxmlformats.org/officeDocument/2006/relationships" r:id="R84d1ada5aeb845fe"/>
  </p:notesMasterIdLst>
  <p:sldIdLst>
    <p:sldId xmlns:r="http://schemas.openxmlformats.org/officeDocument/2006/relationships" id="256" r:id="R5734b8ddcbf6479c"/>
    <p:sldId xmlns:r="http://schemas.openxmlformats.org/officeDocument/2006/relationships" id="257" r:id="R917c247eb46a4247"/>
    <p:sldId xmlns:r="http://schemas.openxmlformats.org/officeDocument/2006/relationships" id="258" r:id="R756fdad040a2446c"/>
    <p:sldId xmlns:r="http://schemas.openxmlformats.org/officeDocument/2006/relationships" id="259" r:id="R497fcadbd9574607"/>
    <p:sldId xmlns:r="http://schemas.openxmlformats.org/officeDocument/2006/relationships" id="260" r:id="R613ab91549034643"/>
    <p:sldId xmlns:r="http://schemas.openxmlformats.org/officeDocument/2006/relationships" id="261" r:id="R066cbaabc2bc40bc"/>
    <p:sldId xmlns:r="http://schemas.openxmlformats.org/officeDocument/2006/relationships" id="262" r:id="R7322188f293a4fa7"/>
    <p:sldId xmlns:r="http://schemas.openxmlformats.org/officeDocument/2006/relationships" id="263" r:id="Rf9bafca716574abf"/>
    <p:sldId xmlns:r="http://schemas.openxmlformats.org/officeDocument/2006/relationships" id="264" r:id="Rcff2d64a7ab34ccf"/>
    <p:sldId xmlns:r="http://schemas.openxmlformats.org/officeDocument/2006/relationships" id="265" r:id="R4d7b0d4227184f46"/>
    <p:sldId xmlns:r="http://schemas.openxmlformats.org/officeDocument/2006/relationships" id="266" r:id="R5a65a193b6f1460a"/>
    <p:sldId xmlns:r="http://schemas.openxmlformats.org/officeDocument/2006/relationships" id="267" r:id="R3dedb8a7c5bc4173"/>
    <p:sldId xmlns:r="http://schemas.openxmlformats.org/officeDocument/2006/relationships" id="268" r:id="R421891fcb6f249e4"/>
    <p:sldId xmlns:r="http://schemas.openxmlformats.org/officeDocument/2006/relationships" id="269" r:id="R7d625ef7933a47e0"/>
    <p:sldId xmlns:r="http://schemas.openxmlformats.org/officeDocument/2006/relationships" id="270" r:id="Ra6acad568d1b4243"/>
    <p:sldId xmlns:r="http://schemas.openxmlformats.org/officeDocument/2006/relationships" id="271" r:id="R08ef8f7a9f4d4563"/>
    <p:sldId xmlns:r="http://schemas.openxmlformats.org/officeDocument/2006/relationships" id="272" r:id="R94b5d467a7d847fa"/>
    <p:sldId xmlns:r="http://schemas.openxmlformats.org/officeDocument/2006/relationships" id="273" r:id="Re9cf9dd0629542e6"/>
    <p:sldId xmlns:r="http://schemas.openxmlformats.org/officeDocument/2006/relationships" id="274" r:id="R4f7fed6f1a22486b"/>
    <p:sldId xmlns:r="http://schemas.openxmlformats.org/officeDocument/2006/relationships" id="275" r:id="Rf7547da65e894598"/>
    <p:sldId xmlns:r="http://schemas.openxmlformats.org/officeDocument/2006/relationships" id="276" r:id="Rd9419000113e4ebd"/>
    <p:sldId xmlns:r="http://schemas.openxmlformats.org/officeDocument/2006/relationships" id="277" r:id="R6a613eae4e4e4988"/>
    <p:sldId xmlns:r="http://schemas.openxmlformats.org/officeDocument/2006/relationships" id="278" r:id="R571a24305138465f"/>
    <p:sldId xmlns:r="http://schemas.openxmlformats.org/officeDocument/2006/relationships" id="279" r:id="R2e2ce5adce04453e"/>
    <p:sldId xmlns:r="http://schemas.openxmlformats.org/officeDocument/2006/relationships" id="280" r:id="Rdf21d6b6f1af4d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ca5088a4d64472" /><Relationship Type="http://schemas.openxmlformats.org/officeDocument/2006/relationships/slideMaster" Target="/ppt/slideMasters/slideMaster1.xml" Id="Rc61d4068b0f94f44" /><Relationship Type="http://schemas.openxmlformats.org/officeDocument/2006/relationships/notesMaster" Target="/ppt/notesMasters/notesMaster1.xml" Id="R84d1ada5aeb845fe" /><Relationship Type="http://schemas.openxmlformats.org/officeDocument/2006/relationships/presProps" Target="/ppt/presProps.xml" Id="R4ac895807322462c" /><Relationship Type="http://schemas.openxmlformats.org/officeDocument/2006/relationships/tableStyles" Target="/ppt/tableStyles.xml" Id="Rf9f161d89ced44d5" /><Relationship Type="http://schemas.openxmlformats.org/officeDocument/2006/relationships/slide" Target="/ppt/slides/slide1.xml" Id="R5734b8ddcbf6479c" /><Relationship Type="http://schemas.openxmlformats.org/officeDocument/2006/relationships/slide" Target="/ppt/slides/slide2.xml" Id="R917c247eb46a4247" /><Relationship Type="http://schemas.openxmlformats.org/officeDocument/2006/relationships/slide" Target="/ppt/slides/slide3.xml" Id="R756fdad040a2446c" /><Relationship Type="http://schemas.openxmlformats.org/officeDocument/2006/relationships/slide" Target="/ppt/slides/slide4.xml" Id="R497fcadbd9574607" /><Relationship Type="http://schemas.openxmlformats.org/officeDocument/2006/relationships/slide" Target="/ppt/slides/slide5.xml" Id="R613ab91549034643" /><Relationship Type="http://schemas.openxmlformats.org/officeDocument/2006/relationships/slide" Target="/ppt/slides/slide6.xml" Id="R066cbaabc2bc40bc" /><Relationship Type="http://schemas.openxmlformats.org/officeDocument/2006/relationships/slide" Target="/ppt/slides/slide7.xml" Id="R7322188f293a4fa7" /><Relationship Type="http://schemas.openxmlformats.org/officeDocument/2006/relationships/slide" Target="/ppt/slides/slide8.xml" Id="Rf9bafca716574abf" /><Relationship Type="http://schemas.openxmlformats.org/officeDocument/2006/relationships/slide" Target="/ppt/slides/slide9.xml" Id="Rcff2d64a7ab34ccf" /><Relationship Type="http://schemas.openxmlformats.org/officeDocument/2006/relationships/slide" Target="/ppt/slides/slide10.xml" Id="R4d7b0d4227184f46" /><Relationship Type="http://schemas.openxmlformats.org/officeDocument/2006/relationships/slide" Target="/ppt/slides/slide11.xml" Id="R5a65a193b6f1460a" /><Relationship Type="http://schemas.openxmlformats.org/officeDocument/2006/relationships/slide" Target="/ppt/slides/slide12.xml" Id="R3dedb8a7c5bc4173" /><Relationship Type="http://schemas.openxmlformats.org/officeDocument/2006/relationships/slide" Target="/ppt/slides/slide13.xml" Id="R421891fcb6f249e4" /><Relationship Type="http://schemas.openxmlformats.org/officeDocument/2006/relationships/slide" Target="/ppt/slides/slide14.xml" Id="R7d625ef7933a47e0" /><Relationship Type="http://schemas.openxmlformats.org/officeDocument/2006/relationships/slide" Target="/ppt/slides/slide15.xml" Id="Ra6acad568d1b4243" /><Relationship Type="http://schemas.openxmlformats.org/officeDocument/2006/relationships/slide" Target="/ppt/slides/slide16.xml" Id="R08ef8f7a9f4d4563" /><Relationship Type="http://schemas.openxmlformats.org/officeDocument/2006/relationships/slide" Target="/ppt/slides/slide17.xml" Id="R94b5d467a7d847fa" /><Relationship Type="http://schemas.openxmlformats.org/officeDocument/2006/relationships/slide" Target="/ppt/slides/slide18.xml" Id="Re9cf9dd0629542e6" /><Relationship Type="http://schemas.openxmlformats.org/officeDocument/2006/relationships/slide" Target="/ppt/slides/slide19.xml" Id="R4f7fed6f1a22486b" /><Relationship Type="http://schemas.openxmlformats.org/officeDocument/2006/relationships/slide" Target="/ppt/slides/slide20.xml" Id="Rf7547da65e894598" /><Relationship Type="http://schemas.openxmlformats.org/officeDocument/2006/relationships/slide" Target="/ppt/slides/slide21.xml" Id="Rd9419000113e4ebd" /><Relationship Type="http://schemas.openxmlformats.org/officeDocument/2006/relationships/slide" Target="/ppt/slides/slide22.xml" Id="R6a613eae4e4e4988" /><Relationship Type="http://schemas.openxmlformats.org/officeDocument/2006/relationships/slide" Target="/ppt/slides/slide23.xml" Id="R571a24305138465f" /><Relationship Type="http://schemas.openxmlformats.org/officeDocument/2006/relationships/slide" Target="/ppt/slides/slide24.xml" Id="R2e2ce5adce04453e" /><Relationship Type="http://schemas.openxmlformats.org/officeDocument/2006/relationships/slide" Target="/ppt/slides/slide25.xml" Id="Rdf21d6b6f1af4d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7f046f445942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d36f328e73467c" /><Relationship Type="http://schemas.openxmlformats.org/officeDocument/2006/relationships/notesMaster" Target="/ppt/notesMasters/notesMaster1.xml" Id="R71f6d46bcde046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72e3735b6401f" /><Relationship Type="http://schemas.openxmlformats.org/officeDocument/2006/relationships/notesMaster" Target="/ppt/notesMasters/notesMaster1.xml" Id="R9d1eb7bebd684a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7f632996a64e31" /><Relationship Type="http://schemas.openxmlformats.org/officeDocument/2006/relationships/notesMaster" Target="/ppt/notesMasters/notesMaster1.xml" Id="R6760080dbcd94b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19833d4dc14359" /><Relationship Type="http://schemas.openxmlformats.org/officeDocument/2006/relationships/notesMaster" Target="/ppt/notesMasters/notesMaster1.xml" Id="R63da313c7ba146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ad647eca274102" /><Relationship Type="http://schemas.openxmlformats.org/officeDocument/2006/relationships/notesMaster" Target="/ppt/notesMasters/notesMaster1.xml" Id="Rdd7904eef4cd4f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e4f2b3781d484b" /><Relationship Type="http://schemas.openxmlformats.org/officeDocument/2006/relationships/notesMaster" Target="/ppt/notesMasters/notesMaster1.xml" Id="R3912f9f82c2541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d2f196228d498c" /><Relationship Type="http://schemas.openxmlformats.org/officeDocument/2006/relationships/notesMaster" Target="/ppt/notesMasters/notesMaster1.xml" Id="R8918de3eead04c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d96f8fef0c4c11" /><Relationship Type="http://schemas.openxmlformats.org/officeDocument/2006/relationships/notesMaster" Target="/ppt/notesMasters/notesMaster1.xml" Id="R99529cb622544a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33c770cf8a4b82" /><Relationship Type="http://schemas.openxmlformats.org/officeDocument/2006/relationships/notesMaster" Target="/ppt/notesMasters/notesMaster1.xml" Id="Rb7fb09172a3d44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3f3788f82c4683" /><Relationship Type="http://schemas.openxmlformats.org/officeDocument/2006/relationships/notesMaster" Target="/ppt/notesMasters/notesMaster1.xml" Id="R3160ad264f474a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0cf69a97fa43f2" /><Relationship Type="http://schemas.openxmlformats.org/officeDocument/2006/relationships/notesMaster" Target="/ppt/notesMasters/notesMaster1.xml" Id="R28adf16d891e46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e7d34682b54934" /><Relationship Type="http://schemas.openxmlformats.org/officeDocument/2006/relationships/notesMaster" Target="/ppt/notesMasters/notesMaster1.xml" Id="Ra444fbf74434433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faed22d3314d71" /><Relationship Type="http://schemas.openxmlformats.org/officeDocument/2006/relationships/notesMaster" Target="/ppt/notesMasters/notesMaster1.xml" Id="R2f0bec21f39f455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6ac2d6418884d87" /><Relationship Type="http://schemas.openxmlformats.org/officeDocument/2006/relationships/notesMaster" Target="/ppt/notesMasters/notesMaster1.xml" Id="R013b1664bccb445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6b141b73e2417c" /><Relationship Type="http://schemas.openxmlformats.org/officeDocument/2006/relationships/notesMaster" Target="/ppt/notesMasters/notesMaster1.xml" Id="R5120b26cb9c140b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673d66033834f7e" /><Relationship Type="http://schemas.openxmlformats.org/officeDocument/2006/relationships/notesMaster" Target="/ppt/notesMasters/notesMaster1.xml" Id="Rad2ed36c934b4f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dfc8bc6dba44cb8" /><Relationship Type="http://schemas.openxmlformats.org/officeDocument/2006/relationships/notesMaster" Target="/ppt/notesMasters/notesMaster1.xml" Id="Ra29a3c7bfc3d478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1866b9072e540ce" /><Relationship Type="http://schemas.openxmlformats.org/officeDocument/2006/relationships/notesMaster" Target="/ppt/notesMasters/notesMaster1.xml" Id="Rae2a04587a2a4a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661053db6314120" /><Relationship Type="http://schemas.openxmlformats.org/officeDocument/2006/relationships/notesMaster" Target="/ppt/notesMasters/notesMaster1.xml" Id="R61d7e02eb80e440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9e6dfb4448a4486" /><Relationship Type="http://schemas.openxmlformats.org/officeDocument/2006/relationships/notesMaster" Target="/ppt/notesMasters/notesMaster1.xml" Id="Rb3e42ed77c57400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8e2920c74e044e9" /><Relationship Type="http://schemas.openxmlformats.org/officeDocument/2006/relationships/notesMaster" Target="/ppt/notesMasters/notesMaster1.xml" Id="R5f3a248c41d5462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a73a893e68b4d0e" /><Relationship Type="http://schemas.openxmlformats.org/officeDocument/2006/relationships/notesMaster" Target="/ppt/notesMasters/notesMaster1.xml" Id="Rcb6bee2c05a64ab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2f89f97e52d4d70" /><Relationship Type="http://schemas.openxmlformats.org/officeDocument/2006/relationships/notesMaster" Target="/ppt/notesMasters/notesMaster1.xml" Id="R52ae2165136249a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383691a725459f" /><Relationship Type="http://schemas.openxmlformats.org/officeDocument/2006/relationships/notesMaster" Target="/ppt/notesMasters/notesMaster1.xml" Id="R5f891e9c54454ca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96733bf3c6d4ede" /><Relationship Type="http://schemas.openxmlformats.org/officeDocument/2006/relationships/notesMaster" Target="/ppt/notesMasters/notesMaster1.xml" Id="Rf25ab1d9cc984a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Validation retained the calendar fallback for every tier; sensors add no validated gain before the temperature shift appears.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Validation retained the calendar fallback for every tier; sensors add no validated gain before the temperature shift appears.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Earliest safe threshold crossing only; all values are synthetic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Fixed Tier-2 day-18 model and threshold under predeclared perturbations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Train-only calendar/static prior plus temperature, RHR and HRV likelihoods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Post-freeze, noisy simulator proxies; neither clinical labs nor measured hormones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One persisted frozen Tier-2 model on the build host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Marginal classification sets and separate heuristic timing bands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c687d6f164f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91957e4f964b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967c191eef44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3e19772cf14c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e982b61f3b48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f4451924d14e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F519A5-F79C-40E5-BED1-AADBE1CCD1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67A64C9-7EE6-4CC6-9ED8-B8AD06FC4B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7FCB222-85D6-4D8C-B90F-C210816CA1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76E5C7-DDE5-4612-AAAF-65342E11CA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07E9FB4-FE6F-438F-8133-53E9930765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0DE205A-9774-437A-99A9-24EC8CF9AF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6DA7FB2-F461-4F1E-957E-C679D90F90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C407D6D-37EC-436D-936E-ED302FD6F3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548C5C-F174-4EEE-83FF-DEBFFED157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DD671DC-0211-41C6-86AC-DDDEF77D6B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ee1615d8d84290" /><Relationship Type="http://schemas.openxmlformats.org/officeDocument/2006/relationships/slideLayout" Target="/ppt/slideLayouts/slideLayout1.xml" Id="R0a13960bf73f4350" /><Relationship Type="http://schemas.openxmlformats.org/officeDocument/2006/relationships/slideLayout" Target="/ppt/slideLayouts/slideLayout2.xml" Id="R6c22d28f22be4d93" /><Relationship Type="http://schemas.openxmlformats.org/officeDocument/2006/relationships/slideLayout" Target="/ppt/slideLayouts/slideLayout3.xml" Id="Re6ddaeff4c3d45fa" /><Relationship Type="http://schemas.openxmlformats.org/officeDocument/2006/relationships/slideLayout" Target="/ppt/slideLayouts/slideLayout4.xml" Id="Reef81d20778941a1" /><Relationship Type="http://schemas.openxmlformats.org/officeDocument/2006/relationships/slideLayout" Target="/ppt/slideLayouts/slideLayout5.xml" Id="R720cabc9cda64eec" /><Relationship Type="http://schemas.openxmlformats.org/officeDocument/2006/relationships/slideLayout" Target="/ppt/slideLayouts/slideLayout6.xml" Id="R9a064b64dc5a4f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13960bf73f4350"/>
    <p:sldLayoutId xmlns:r="http://schemas.openxmlformats.org/officeDocument/2006/relationships" id="2147483650" r:id="R6c22d28f22be4d93"/>
    <p:sldLayoutId xmlns:r="http://schemas.openxmlformats.org/officeDocument/2006/relationships" id="2147483651" r:id="Re6ddaeff4c3d45fa"/>
    <p:sldLayoutId xmlns:r="http://schemas.openxmlformats.org/officeDocument/2006/relationships" id="2147483652" r:id="Reef81d20778941a1"/>
    <p:sldLayoutId xmlns:r="http://schemas.openxmlformats.org/officeDocument/2006/relationships" id="2147483653" r:id="R720cabc9cda64eec"/>
    <p:sldLayoutId xmlns:r="http://schemas.openxmlformats.org/officeDocument/2006/relationships" id="2147483654" r:id="R9a064b64dc5a4f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6a11a75d674b7c" /><Relationship Type="http://schemas.openxmlformats.org/officeDocument/2006/relationships/notesSlide" Target="/ppt/notesSlides/notesSlide1.xml" Id="Rcfe78ac7f60142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d4107451bb4f55" /><Relationship Type="http://schemas.openxmlformats.org/officeDocument/2006/relationships/notesSlide" Target="/ppt/notesSlides/notesSlide2.xml" Id="Reda70580ac1c43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ef02a45ac74cb5" /><Relationship Type="http://schemas.openxmlformats.org/officeDocument/2006/relationships/notesSlide" Target="/ppt/notesSlides/notesSlide3.xml" Id="R59bbae416a8c4c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c7c0a7f2794b5f" /><Relationship Type="http://schemas.openxmlformats.org/officeDocument/2006/relationships/notesSlide" Target="/ppt/notesSlides/notesSlide4.xml" Id="Rd7f0330194a342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a5631a98084824" /><Relationship Type="http://schemas.openxmlformats.org/officeDocument/2006/relationships/notesSlide" Target="/ppt/notesSlides/notesSlide5.xml" Id="R09a1656ef93646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f5856830074969" /><Relationship Type="http://schemas.openxmlformats.org/officeDocument/2006/relationships/notesSlide" Target="/ppt/notesSlides/notesSlide6.xml" Id="R78ec187318f744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162bc86844431a" /><Relationship Type="http://schemas.openxmlformats.org/officeDocument/2006/relationships/notesSlide" Target="/ppt/notesSlides/notesSlide7.xml" Id="Rb104739f405b40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3684a963484ae0" /><Relationship Type="http://schemas.openxmlformats.org/officeDocument/2006/relationships/notesSlide" Target="/ppt/notesSlides/notesSlide8.xml" Id="R9ba762e084c649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75f07dc0d64fdb" /><Relationship Type="http://schemas.openxmlformats.org/officeDocument/2006/relationships/notesSlide" Target="/ppt/notesSlides/notesSlide9.xml" Id="Raa8d25a540de40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8b2218b200484e" /><Relationship Type="http://schemas.openxmlformats.org/officeDocument/2006/relationships/notesSlide" Target="/ppt/notesSlides/notesSlide10.xml" Id="R4bbd06eceb3147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3cdb1b054d4947" /><Relationship Type="http://schemas.openxmlformats.org/officeDocument/2006/relationships/notesSlide" Target="/ppt/notesSlides/notesSlide11.xml" Id="Ra5c2b5cad99243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c1e870dfa34997" /><Relationship Type="http://schemas.openxmlformats.org/officeDocument/2006/relationships/notesSlide" Target="/ppt/notesSlides/notesSlide12.xml" Id="R018ccd280f624ec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82277ee07b4db2" /><Relationship Type="http://schemas.openxmlformats.org/officeDocument/2006/relationships/notesSlide" Target="/ppt/notesSlides/notesSlide13.xml" Id="Rf9db9d9138024a8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bd88bf0f884e0b" /><Relationship Type="http://schemas.openxmlformats.org/officeDocument/2006/relationships/notesSlide" Target="/ppt/notesSlides/notesSlide14.xml" Id="R04102ed072c946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63d19ddf1a4538" /><Relationship Type="http://schemas.openxmlformats.org/officeDocument/2006/relationships/notesSlide" Target="/ppt/notesSlides/notesSlide15.xml" Id="R26ee85eb574040c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7f71cf088e486a" /><Relationship Type="http://schemas.openxmlformats.org/officeDocument/2006/relationships/notesSlide" Target="/ppt/notesSlides/notesSlide16.xml" Id="Ra0a2e2a2685147b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747cf66ace4742" /><Relationship Type="http://schemas.openxmlformats.org/officeDocument/2006/relationships/notesSlide" Target="/ppt/notesSlides/notesSlide17.xml" Id="R60569ce578af484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274ab052fb4ab2" /><Relationship Type="http://schemas.openxmlformats.org/officeDocument/2006/relationships/notesSlide" Target="/ppt/notesSlides/notesSlide18.xml" Id="R86779b2133b848b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29523110334cde" /><Relationship Type="http://schemas.openxmlformats.org/officeDocument/2006/relationships/notesSlide" Target="/ppt/notesSlides/notesSlide19.xml" Id="R598673f08d9e459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f807e91d5d42a9" /><Relationship Type="http://schemas.openxmlformats.org/officeDocument/2006/relationships/notesSlide" Target="/ppt/notesSlides/notesSlide20.xml" Id="Rcc40bf45edd346e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b1e11e70a04888" /><Relationship Type="http://schemas.openxmlformats.org/officeDocument/2006/relationships/notesSlide" Target="/ppt/notesSlides/notesSlide21.xml" Id="R5dc5820440704f0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1c80ef1e404991" /><Relationship Type="http://schemas.openxmlformats.org/officeDocument/2006/relationships/notesSlide" Target="/ppt/notesSlides/notesSlide22.xml" Id="Rd5292f3e77c4462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cbc2d0525246f9" /><Relationship Type="http://schemas.openxmlformats.org/officeDocument/2006/relationships/notesSlide" Target="/ppt/notesSlides/notesSlide23.xml" Id="R1a2628c08a3141d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432a38c02543b7" /><Relationship Type="http://schemas.openxmlformats.org/officeDocument/2006/relationships/notesSlide" Target="/ppt/notesSlides/notesSlide24.xml" Id="Rf2359344990c4b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baf463ac994b36" /><Relationship Type="http://schemas.openxmlformats.org/officeDocument/2006/relationships/notesSlide" Target="/ppt/notesSlides/notesSlide25.xml" Id="R276bd8ab26f84a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7272F-4A0E-4E7F-B6AA-2B7109D3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F6007-70BA-4687-A6DD-2847980C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882B3A-5E25-462C-AFE8-3656C5B1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42D09-4F39-4AF2-9E16-34D44BFE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3DC95-6245-486B-BFD4-5E444113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47C79-0C80-43E0-B08E-CF844429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408862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1E2E1-064A-45BA-87D2-688D8DD2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59271C-BB22-409A-B597-751A6AD2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3BA2-F4EE-4A39-A2B9-9A72656E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8F4B4-0777-48B2-9BCD-E48A9083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53711-7AA1-4EF2-9E92-9B900F6F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B33C88-A742-4277-B7A4-431E22A3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066775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7F227-AEA3-4DF0-9AC6-1699B194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9B26B-AE1E-485D-9962-9F71DD6A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9D823-7179-4677-B434-B6944963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147D6-33F1-49A0-9BF5-5C2D55D3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C5BC1-4EDE-4E45-A635-6AC50ED3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C49A5-825C-4093-9486-677AB0A2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CB97E8-C99F-482E-8216-863740A4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377457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01B15-54CA-4F82-8855-AEA500CB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94C7B-D2B8-450B-B18D-BB81892F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2DC12-DD24-4908-BA78-E1F8074E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33E659-DCEF-48D7-A544-54F8D8F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C7EED-699F-4BCF-A2C8-594DE9CC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F21C3-F649-43F3-8532-A22FC748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694540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334BB-A23C-4FFA-A3FA-FB7339BE2709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4953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384E0-748C-40E1-BEDB-F90E9D8FD861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385762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61B183-1CD5-49F0-BD9C-42478C8DD23F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28612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43664C-FC8B-46C6-8549-FFE97C5423B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286125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678C3-C4DC-4FA7-8414-6EBB715D3CDD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690813"/>
            <a:ext cx="714375" cy="5953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CCDAE7-07DB-4072-A31A-7B8427BF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90DB8-0450-4FFA-B65F-69635D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AAAED-514D-46C1-A0EF-BA863DEA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90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3BE8B-87EA-4402-9CDE-14ABA139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547F9-3753-453F-ADB7-F732F1FD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14625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03D3B-641D-422D-B93C-1B7374C9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14625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16DA7-159B-4753-A24A-864349BC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76750"/>
            <a:ext cx="3143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92216-ABA8-4C23-A0D4-D7A76F3F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3143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5F746D-A5CE-4DBE-92B1-E669F8FB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314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DD1C0D-7E4B-4D8A-B9E8-7FBC55E0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3143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17242B"/>
                </a:solidFill>
                <a:latin typeface="Arial"/>
                <a:ea typeface="Arial"/>
                <a:cs typeface="Arial"/>
              </a:rPr>
              <a:t>Bayesian timing posterior</a:t>
            </a:r>
          </a:p>
          <a:p xmlns:a="http://schemas.openxmlformats.org/drawingml/2006/main">
            <a: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17242B"/>
                </a:solidFill>
                <a:latin typeface="Arial"/>
                <a:ea typeface="Arial"/>
                <a:cs typeface="Arial"/>
              </a:rPr>
              <a:t>Evaluated separately; not used in score or alerts</a:t>
            </a:r>
          </a:p>
          <a:p xmlns:a="http://schemas.openxmlformats.org/drawingml/2006/main">
            <a: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17242B"/>
                </a:solidFill>
                <a:latin typeface="Arial"/>
                <a:ea typeface="Arial"/>
                <a:cs typeface="Arial"/>
              </a:rPr>
              <a:t>Brier 0.098 vs logistic 0.117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131833-1F78-4607-9B7F-61A7E343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599193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8C9DB-A3F1-4A01-A1CA-6309D4F5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05CF1-D9F4-4FDC-97D2-E9AE031F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BFB5D-1FB6-4ECC-B0CD-C747C424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BD830-5D20-4C0B-B90D-09ED8859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8F15B-8062-4997-A571-101CBE53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F4513A-EB25-4CA7-BCD4-CE796833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6FB4D4-B0BF-4A38-BE98-2CF5A6EC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332796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963BE7-2FA7-44E3-9256-5CF3755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6D9DB-B6F7-4474-A493-E0D27F87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Validation retained the calendar fallback for every tier; sensors add no validated gain before the temperature shift appears.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756C1-0524-4D75-9342-8211550D6AB2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80F3A-0B51-41E7-8511-6F4DD921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599020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2C010-24C0-4717-BBFE-09C08A28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B740C-E017-43D3-B339-47719CB4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3134E-2CF2-47EC-B21A-61B020F18CBB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B61438-898E-457D-AE7D-5942B895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240961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3B5CA-0629-4CB1-89A9-5A891F6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A2D14-5FAE-4222-B0DA-2DA4EC20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F0D66-73BD-4B97-861A-5C8602ACBFC6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C2023-60D2-4837-8EBD-18497F6C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519417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C6F94-0CE8-4628-9CF7-F10BC736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F20CE-4F77-4A8C-92AC-70E36E4F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Validation retained the calendar fallback for every tier; sensors add no validated gain before the temperature shift appears.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68C3B-7E0C-40F6-864A-117531BE8F87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972A1-1B8E-4EC8-9926-02F230DD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444464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36281-9537-4D32-A0DC-64507379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F124A-EB22-4E7B-BB87-4B62790F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D410FD-2320-4056-A46F-C1571F6B57C6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7E10F-8C10-4CA7-8D02-48D7E4BE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451473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D54D8-DEF6-4513-B2F8-08C0A0E2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97E38-2B1B-4827-8224-AE414CBB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E1399-358D-4895-9F93-3714166CC3B8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F2F7C2-D91C-4BF3-B0C0-149970D6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699689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63954-916E-4378-B008-EA85EC68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DADCC-E525-4B1C-AB2A-8EDA8A51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A1C16-AAAF-4B66-9564-877BEA96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48A3F-A01E-442B-951A-B1D62384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61F89-BECF-471C-9BAA-67B567FE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CFBA6-12E0-4905-8486-EDDD90E9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8C953C-886F-4801-8F88-FED7C818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173830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CE57F8-B490-4CC6-8FC3-EB0E1D4F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sequential alert-policy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99E01-1026-4A61-9C02-7200E326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Earliest safe threshold crossing only; all values are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A0668-BA9D-429C-92B4-1B7E269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2: 1,634 alerts across 3,240 generated cycles; alert precision 0.730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0C5E1-4B47-4492-AC5D-C1812B4C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Missed generated events: 484/1,677 (0.289); false alerts: 1.484 per synthetic patient-year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D8278-4E95-4C64-A463-628B284B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Median generated-event lead time: 17.000 days among 790 true-positive cycles with a generated ovulation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2AE22-19F7-4988-81AA-6A9793A6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Safety is evaluated at every snapshot; no later score can change an earlier alert.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87FE4B-7EF5-43AA-9F88-A84CB626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9076387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2BBD77-C2D3-4E10-B5C3-CB8AD989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robustness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7D374-3D82-4A89-8BF1-CDC0BF17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Fixed Tier-2 day-18 model and threshold under predeclared perturbations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68515-70C3-4C72-9E53-A3A6385B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At 60% additional forced missing temperature readings: AUROC 0.884, Brier 0.140, safety withholding 1.000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D5F2-A84F-4DD8-9B62-511C7794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+0.01°C/day drift: AUROC 0.906, Brier 0.300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9FBFF-8828-4375-A4EF-23127F8F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a +4-day generated timing shift on independent synthetic cohorts: AUROC 0.863, Brier 0.145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1379D-0612-4284-842B-93D720E5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These are simulator sensitivity tests, not device robustness or clinical validation.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FE488D-AE58-4A80-ABBF-73BAE0FD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63039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68361C-5189-49AF-A15D-8EAAA7BA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Timing-posterior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49A03-4CFB-4708-999F-BD1E040F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Train-only calendar/static prior plus temperature, RHR and HRV likelihoods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160C7-E601-40B1-95D7-51DBF9C7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Bayesian-posterior Brier 0.098; fitted logistic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DC66E-A9F6-48C7-A179-90D8674A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Twin minus logistic Brier -0.018, patient-cluster 95% CI [-0.022, -0.014]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60729-2892-4612-86D4-5FE01E2E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noninferior synthetic check; still separate interpretation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3C5FA-9109-4C71-8A92-82D281FC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from the logistic score, threshold, safety gate and alert policy.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3C508-AD85-44C3-A820-7CFC82B7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392047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CADA0A-6AE8-4344-B179-684391FC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Simulated assay-like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F06CD-25B6-42EB-83C2-88B93816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Post-freeze, noisy simulator proxies; neither clinical labs nor measured hormones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2821D5-624D-47BA-A612-F9B04424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 plus simulated assay-like indices: AUROC 0.907, standard AP 0.885, Brier 0.118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418B5-6967-4012-9D3B-C25436F9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Original Tier-3 oracle-adjacent internal reference: AUROC 0.907, Brier 0.117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2DAB80-57F4-4934-B5A9-399A1DB4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proxy uses positive exp(latent) values and independent 15% CV assay noise.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A087AA-4E72-44E3-A163-8F1CBE11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It retains simulator-internal leakage risk and is not a clinical EHR-fusion claim.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3FA87-7E54-4ECE-A92C-A7A2230B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593148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8A1759-3B07-46B1-B422-0D4F840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Local operations 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FC769-07EC-4578-B7CD-5F2EFCA2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One persisted frozen Tier-2 model on the build 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F60E-C55D-4975-835F-224BEF44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Cold new-process initial prediction: 1193.724 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2087EA-53DD-400C-AE4A-7EE92C1F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Warm inference: mean 0.533 ms, p95 0.565 ms across 1,000 calls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998C2-78B0-4767-92F1-87E7103B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Local process peak RSS: 193104 KiB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98D02-AB57-4E79-8DF3-EFF38FD8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Host-specific engineering measurement, not a production-service SLA.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9029CF-5D52-4DDF-B45B-4381A9A4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364573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2F3D6-6670-434B-904F-9A370841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conformal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0629C-6EA4-49B2-9A90-4C82B516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Marginal classification sets and separate heuristic timing bands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8F731-2D3C-404C-B435-3B970292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Day-18 Tier-2 classification-set coverage: 0.901; mean set size 1.155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4443D-4714-403E-BC4D-032BC4A0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ovulation-day band coverage: 0.056; mean width 24.000 days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87937-15FE-4C22-8B5C-EF5B8F7A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classification-set result is near its synthetic 90% target.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584941-EE46-49D8-B9A9-3191518C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day-band result is poor; do not use it as a reliable timing interval.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D09E48-2004-4C6F-9BA8-C073467B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814026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9CF59-05EE-4C45-9D15-08E4CB55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E7A2D5-1D5C-4D9E-9076-4F5E6CF7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4468D-CCE0-488A-901A-D92F4A9B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88BF4-6A37-4AEA-9E85-56129BF5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51308-941D-437E-9907-C87D31AA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096410-D829-4D9B-A283-40278CA9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F7AE9-B039-4704-8B97-7A0337B3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8015951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9E21B3-E9B7-4498-B50F-3CD2342F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00207-CB02-4CD3-BA63-DB410194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8AE2C-88FD-4E75-8962-D13DC23D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5967D-B30A-406B-ACFB-BA6FD25A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72CC3-4BE6-4ACE-B9F3-92CE8CC7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0EBFC-2CA7-4478-B6C4-A2CE01FC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A5C78E-E3FD-4771-88E5-244C045A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7158510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AC785-D3DE-40E3-9715-FC028C82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518C1-C29D-4292-B9CD-8C5FDC63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C169A-A1AA-4C54-9836-28B53CE3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BECE50-1D2E-40D1-B813-DFA130A1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37D43D-7EE4-425C-AD85-661B5DA6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5387B-EF06-4575-A5F2-2F3F3E4D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C94B6-CC36-4F27-B66D-B7C1753E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3393019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8F2F1-EA07-40F5-8A3C-B010E4C1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FE744-C778-4A67-9BA9-8674F649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3F791-D256-4A7A-9897-F0B2683F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F658D6-8346-4797-AE47-A3223EF8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CAC97-8A48-4AD1-9A38-7B8323DB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371EB0-8A23-4889-93DC-A1ADEE87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timing-posterior and conformal evidence are reported; the heuristic day band fails its frozen coverage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B87E2-81ED-46AF-B53B-2EFA366E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9379713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95FDF6-E57A-456C-B5C9-C08D7F15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3BE48-CF9C-4060-A989-00C60640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3D015-C49A-45AF-AD1E-4D173F39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A496E-0069-4D41-B66C-5F64FF04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D7B6F-AC6B-4E73-AD55-D3FC0379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D6943-C68B-4752-B542-7286E435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frozen synthetic sequential alert policy is evaluated; robustness and clinical safety effectiveness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C65B4-2D07-4735-947C-607C1006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2519656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7D9948-3626-4530-A8DF-E03A59AA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12B0EE-2AB6-4726-A6E0-07709940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394FA-FAF5-406D-B90E-E4BA4806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D4288-31DC-41F9-9341-C4A88CDD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39095-0772-4EE4-9EAB-9D63EEE8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8C777-984B-4724-9ABA-1BA415C7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7BADFD-59F5-4516-96BA-A68D5770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931163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2026-10-20T09:58:28.6290000Z</dcterms:created>
  <dcterms:modified xsi:type="dcterms:W3CDTF">2026-10-20T09:58:28.6290000Z</dcterms:modified>
</coreProperties>
</file>