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13d657c3ac34e7e" /><Relationship Type="http://schemas.openxmlformats.org/officeDocument/2006/relationships/extended-properties" Target="/docProps/app.xml" Id="R6a1bea8c8bc74e82" /><Relationship Type="http://schemas.openxmlformats.org/officeDocument/2006/relationships/officeDocument" Target="/ppt/presentation.xml" Id="Rcacf4a6c80d046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1c7c23bca84f1e"/>
  </p:sldMasterIdLst>
  <p:notesMasterIdLst>
    <p:notesMasterId xmlns:r="http://schemas.openxmlformats.org/officeDocument/2006/relationships" r:id="R86f16cf20bbd44ca"/>
  </p:notesMasterIdLst>
  <p:sldIdLst>
    <p:sldId xmlns:r="http://schemas.openxmlformats.org/officeDocument/2006/relationships" id="256" r:id="R5cba71670adb46e0"/>
    <p:sldId xmlns:r="http://schemas.openxmlformats.org/officeDocument/2006/relationships" id="257" r:id="Re99f9b9044b642fc"/>
    <p:sldId xmlns:r="http://schemas.openxmlformats.org/officeDocument/2006/relationships" id="258" r:id="Reaa26d34c33f442c"/>
    <p:sldId xmlns:r="http://schemas.openxmlformats.org/officeDocument/2006/relationships" id="259" r:id="R2f7601efcbcc49b1"/>
    <p:sldId xmlns:r="http://schemas.openxmlformats.org/officeDocument/2006/relationships" id="260" r:id="R9b8c4c10c9704f1d"/>
    <p:sldId xmlns:r="http://schemas.openxmlformats.org/officeDocument/2006/relationships" id="261" r:id="Rcfbc3be1befd4163"/>
    <p:sldId xmlns:r="http://schemas.openxmlformats.org/officeDocument/2006/relationships" id="262" r:id="R19e64c25baa74675"/>
    <p:sldId xmlns:r="http://schemas.openxmlformats.org/officeDocument/2006/relationships" id="263" r:id="Rc45cc6f726cf4e26"/>
    <p:sldId xmlns:r="http://schemas.openxmlformats.org/officeDocument/2006/relationships" id="264" r:id="R89ae1a032fd44a9a"/>
    <p:sldId xmlns:r="http://schemas.openxmlformats.org/officeDocument/2006/relationships" id="265" r:id="R932b7bbc11d64e55"/>
    <p:sldId xmlns:r="http://schemas.openxmlformats.org/officeDocument/2006/relationships" id="266" r:id="R0d9943a062c8488c"/>
    <p:sldId xmlns:r="http://schemas.openxmlformats.org/officeDocument/2006/relationships" id="267" r:id="R198baabc47ad40d9"/>
    <p:sldId xmlns:r="http://schemas.openxmlformats.org/officeDocument/2006/relationships" id="268" r:id="R272f3bfed0c24126"/>
    <p:sldId xmlns:r="http://schemas.openxmlformats.org/officeDocument/2006/relationships" id="269" r:id="R82bb9febf2b244b8"/>
    <p:sldId xmlns:r="http://schemas.openxmlformats.org/officeDocument/2006/relationships" id="270" r:id="Rf02a11d4610e415d"/>
    <p:sldId xmlns:r="http://schemas.openxmlformats.org/officeDocument/2006/relationships" id="271" r:id="R12d5a459bd3b4e09"/>
    <p:sldId xmlns:r="http://schemas.openxmlformats.org/officeDocument/2006/relationships" id="272" r:id="R239bf4162667479d"/>
    <p:sldId xmlns:r="http://schemas.openxmlformats.org/officeDocument/2006/relationships" id="273" r:id="R12d989d02a6348ad"/>
    <p:sldId xmlns:r="http://schemas.openxmlformats.org/officeDocument/2006/relationships" id="274" r:id="R2b5db2fc797d40be"/>
    <p:sldId xmlns:r="http://schemas.openxmlformats.org/officeDocument/2006/relationships" id="275" r:id="R8f21ebc111fd4040"/>
    <p:sldId xmlns:r="http://schemas.openxmlformats.org/officeDocument/2006/relationships" id="276" r:id="Rec4dfa1c27fc46b7"/>
    <p:sldId xmlns:r="http://schemas.openxmlformats.org/officeDocument/2006/relationships" id="277" r:id="Rdd8c4d7dd5df4170"/>
    <p:sldId xmlns:r="http://schemas.openxmlformats.org/officeDocument/2006/relationships" id="278" r:id="R4119ebb38ea14c7d"/>
    <p:sldId xmlns:r="http://schemas.openxmlformats.org/officeDocument/2006/relationships" id="279" r:id="R7ecfcf3bd3ad4f3c"/>
    <p:sldId xmlns:r="http://schemas.openxmlformats.org/officeDocument/2006/relationships" id="280" r:id="Rb8e17169bc5e43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628c4dc61e43e7" /><Relationship Type="http://schemas.openxmlformats.org/officeDocument/2006/relationships/slideMaster" Target="/ppt/slideMasters/slideMaster1.xml" Id="R991c7c23bca84f1e" /><Relationship Type="http://schemas.openxmlformats.org/officeDocument/2006/relationships/notesMaster" Target="/ppt/notesMasters/notesMaster1.xml" Id="R86f16cf20bbd44ca" /><Relationship Type="http://schemas.openxmlformats.org/officeDocument/2006/relationships/presProps" Target="/ppt/presProps.xml" Id="Re6d42b1f07224386" /><Relationship Type="http://schemas.openxmlformats.org/officeDocument/2006/relationships/tableStyles" Target="/ppt/tableStyles.xml" Id="R70ce7445d7144233" /><Relationship Type="http://schemas.openxmlformats.org/officeDocument/2006/relationships/slide" Target="/ppt/slides/slide1.xml" Id="R5cba71670adb46e0" /><Relationship Type="http://schemas.openxmlformats.org/officeDocument/2006/relationships/slide" Target="/ppt/slides/slide2.xml" Id="Re99f9b9044b642fc" /><Relationship Type="http://schemas.openxmlformats.org/officeDocument/2006/relationships/slide" Target="/ppt/slides/slide3.xml" Id="Reaa26d34c33f442c" /><Relationship Type="http://schemas.openxmlformats.org/officeDocument/2006/relationships/slide" Target="/ppt/slides/slide4.xml" Id="R2f7601efcbcc49b1" /><Relationship Type="http://schemas.openxmlformats.org/officeDocument/2006/relationships/slide" Target="/ppt/slides/slide5.xml" Id="R9b8c4c10c9704f1d" /><Relationship Type="http://schemas.openxmlformats.org/officeDocument/2006/relationships/slide" Target="/ppt/slides/slide6.xml" Id="Rcfbc3be1befd4163" /><Relationship Type="http://schemas.openxmlformats.org/officeDocument/2006/relationships/slide" Target="/ppt/slides/slide7.xml" Id="R19e64c25baa74675" /><Relationship Type="http://schemas.openxmlformats.org/officeDocument/2006/relationships/slide" Target="/ppt/slides/slide8.xml" Id="Rc45cc6f726cf4e26" /><Relationship Type="http://schemas.openxmlformats.org/officeDocument/2006/relationships/slide" Target="/ppt/slides/slide9.xml" Id="R89ae1a032fd44a9a" /><Relationship Type="http://schemas.openxmlformats.org/officeDocument/2006/relationships/slide" Target="/ppt/slides/slide10.xml" Id="R932b7bbc11d64e55" /><Relationship Type="http://schemas.openxmlformats.org/officeDocument/2006/relationships/slide" Target="/ppt/slides/slide11.xml" Id="R0d9943a062c8488c" /><Relationship Type="http://schemas.openxmlformats.org/officeDocument/2006/relationships/slide" Target="/ppt/slides/slide12.xml" Id="R198baabc47ad40d9" /><Relationship Type="http://schemas.openxmlformats.org/officeDocument/2006/relationships/slide" Target="/ppt/slides/slide13.xml" Id="R272f3bfed0c24126" /><Relationship Type="http://schemas.openxmlformats.org/officeDocument/2006/relationships/slide" Target="/ppt/slides/slide14.xml" Id="R82bb9febf2b244b8" /><Relationship Type="http://schemas.openxmlformats.org/officeDocument/2006/relationships/slide" Target="/ppt/slides/slide15.xml" Id="Rf02a11d4610e415d" /><Relationship Type="http://schemas.openxmlformats.org/officeDocument/2006/relationships/slide" Target="/ppt/slides/slide16.xml" Id="R12d5a459bd3b4e09" /><Relationship Type="http://schemas.openxmlformats.org/officeDocument/2006/relationships/slide" Target="/ppt/slides/slide17.xml" Id="R239bf4162667479d" /><Relationship Type="http://schemas.openxmlformats.org/officeDocument/2006/relationships/slide" Target="/ppt/slides/slide18.xml" Id="R12d989d02a6348ad" /><Relationship Type="http://schemas.openxmlformats.org/officeDocument/2006/relationships/slide" Target="/ppt/slides/slide19.xml" Id="R2b5db2fc797d40be" /><Relationship Type="http://schemas.openxmlformats.org/officeDocument/2006/relationships/slide" Target="/ppt/slides/slide20.xml" Id="R8f21ebc111fd4040" /><Relationship Type="http://schemas.openxmlformats.org/officeDocument/2006/relationships/slide" Target="/ppt/slides/slide21.xml" Id="Rec4dfa1c27fc46b7" /><Relationship Type="http://schemas.openxmlformats.org/officeDocument/2006/relationships/slide" Target="/ppt/slides/slide22.xml" Id="Rdd8c4d7dd5df4170" /><Relationship Type="http://schemas.openxmlformats.org/officeDocument/2006/relationships/slide" Target="/ppt/slides/slide23.xml" Id="R4119ebb38ea14c7d" /><Relationship Type="http://schemas.openxmlformats.org/officeDocument/2006/relationships/slide" Target="/ppt/slides/slide24.xml" Id="R7ecfcf3bd3ad4f3c" /><Relationship Type="http://schemas.openxmlformats.org/officeDocument/2006/relationships/slide" Target="/ppt/slides/slide25.xml" Id="Rb8e17169bc5e43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708dfb2fac84c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7ec134c2c54efd" /><Relationship Type="http://schemas.openxmlformats.org/officeDocument/2006/relationships/notesMaster" Target="/ppt/notesMasters/notesMaster1.xml" Id="R37b9bcf71b2945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9bb8d4d4d2246c0" /><Relationship Type="http://schemas.openxmlformats.org/officeDocument/2006/relationships/notesMaster" Target="/ppt/notesMasters/notesMaster1.xml" Id="R9d127a6209fa4f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7ea70eaea91443c" /><Relationship Type="http://schemas.openxmlformats.org/officeDocument/2006/relationships/notesMaster" Target="/ppt/notesMasters/notesMaster1.xml" Id="R1b9d53c385974a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9b0ac5d5e8409d" /><Relationship Type="http://schemas.openxmlformats.org/officeDocument/2006/relationships/notesMaster" Target="/ppt/notesMasters/notesMaster1.xml" Id="Ref30bec65c7845b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3bdecf10834178" /><Relationship Type="http://schemas.openxmlformats.org/officeDocument/2006/relationships/notesMaster" Target="/ppt/notesMasters/notesMaster1.xml" Id="R0205f42d2ed148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2c5986843341fc" /><Relationship Type="http://schemas.openxmlformats.org/officeDocument/2006/relationships/notesMaster" Target="/ppt/notesMasters/notesMaster1.xml" Id="R77a546db9b294d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cccc80ae1da46b5" /><Relationship Type="http://schemas.openxmlformats.org/officeDocument/2006/relationships/notesMaster" Target="/ppt/notesMasters/notesMaster1.xml" Id="Rca52f60793c548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4c960dd3dc403b" /><Relationship Type="http://schemas.openxmlformats.org/officeDocument/2006/relationships/notesMaster" Target="/ppt/notesMasters/notesMaster1.xml" Id="R68176cb0f1e9479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17ccd4ec5b42c6" /><Relationship Type="http://schemas.openxmlformats.org/officeDocument/2006/relationships/notesMaster" Target="/ppt/notesMasters/notesMaster1.xml" Id="R0eca145055414c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f480278d1449e0" /><Relationship Type="http://schemas.openxmlformats.org/officeDocument/2006/relationships/notesMaster" Target="/ppt/notesMasters/notesMaster1.xml" Id="Rd95333a6d83a46a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ddb01f876d43c8" /><Relationship Type="http://schemas.openxmlformats.org/officeDocument/2006/relationships/notesMaster" Target="/ppt/notesMasters/notesMaster1.xml" Id="R6512178a77f444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74dfd11f5a4493f" /><Relationship Type="http://schemas.openxmlformats.org/officeDocument/2006/relationships/notesMaster" Target="/ppt/notesMasters/notesMaster1.xml" Id="R85bfbcef5ce345e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71dcb8189643de" /><Relationship Type="http://schemas.openxmlformats.org/officeDocument/2006/relationships/notesMaster" Target="/ppt/notesMasters/notesMaster1.xml" Id="Rf2e2161676aa486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74fd04a28a94c3d" /><Relationship Type="http://schemas.openxmlformats.org/officeDocument/2006/relationships/notesMaster" Target="/ppt/notesMasters/notesMaster1.xml" Id="R3c9798f62cb545b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610c85030b048c2" /><Relationship Type="http://schemas.openxmlformats.org/officeDocument/2006/relationships/notesMaster" Target="/ppt/notesMasters/notesMaster1.xml" Id="Rc98fc09eea3f435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bf97b14b73d47ad" /><Relationship Type="http://schemas.openxmlformats.org/officeDocument/2006/relationships/notesMaster" Target="/ppt/notesMasters/notesMaster1.xml" Id="Rab1d543a369e420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979f059694542ec" /><Relationship Type="http://schemas.openxmlformats.org/officeDocument/2006/relationships/notesMaster" Target="/ppt/notesMasters/notesMaster1.xml" Id="Re845b250778f46a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dcdaf7f586a473d" /><Relationship Type="http://schemas.openxmlformats.org/officeDocument/2006/relationships/notesMaster" Target="/ppt/notesMasters/notesMaster1.xml" Id="Ra9dbd9dc0977487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e3d3b5aa95245d0" /><Relationship Type="http://schemas.openxmlformats.org/officeDocument/2006/relationships/notesMaster" Target="/ppt/notesMasters/notesMaster1.xml" Id="R7375ac18d5cd4bf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c6476aee13f473f" /><Relationship Type="http://schemas.openxmlformats.org/officeDocument/2006/relationships/notesMaster" Target="/ppt/notesMasters/notesMaster1.xml" Id="R1d27c74fbc8a4da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25aef1957f7428c" /><Relationship Type="http://schemas.openxmlformats.org/officeDocument/2006/relationships/notesMaster" Target="/ppt/notesMasters/notesMaster1.xml" Id="R0b3e586e4b3b416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bcf783f9c004a34" /><Relationship Type="http://schemas.openxmlformats.org/officeDocument/2006/relationships/notesMaster" Target="/ppt/notesMasters/notesMaster1.xml" Id="Rc0421ccfac934e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8f948ba20934591" /><Relationship Type="http://schemas.openxmlformats.org/officeDocument/2006/relationships/notesMaster" Target="/ppt/notesMasters/notesMaster1.xml" Id="R09c4334da57f44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dce8ae6fe2c4b10" /><Relationship Type="http://schemas.openxmlformats.org/officeDocument/2006/relationships/notesMaster" Target="/ppt/notesMasters/notesMaster1.xml" Id="R4cd2aca79f41487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4ae2f03728749fd" /><Relationship Type="http://schemas.openxmlformats.org/officeDocument/2006/relationships/notesMaster" Target="/ppt/notesMasters/notesMaster1.xml" Id="Rf29f63ed2e394d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Earliest safe threshold crossing only; all values are synthetic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Fixed Tier-2 day-18 model and threshold under predeclared perturbations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Train-only calendar/static prior plus temperature, RHR and HRV likelihoods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Post-freeze, noisy simulator proxies; neither clinical labs nor measured hormones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One persisted frozen Tier-2 model on the build host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Marginal classification sets and separate heuristic timing bands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c081ce80a49479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67ead567384c0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b9a57d88547e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07671fbb0f43e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f38c2aaef24e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0fa5e750b34b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994754-6064-4B91-AAE1-CA15B2917F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B5494DD-161C-4CB3-B6A4-10F19E7946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0ABEB84-DD55-431E-A9B2-612E2AEBED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8193F8-8872-48B9-8473-9679734FB4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37B03E6-8389-49AC-8957-8A87F1810B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7DE032F-034E-4D74-9201-BB12DCB95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10E03F9-721A-4F40-810C-1B662CD0887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57355D0-80D1-4A28-A9B8-C8A01ADD7A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0D00757-EC97-43E1-B115-55887B2496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E18DD56-094C-44A1-AB58-B708880DE2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b0a34dd5022423f" /><Relationship Type="http://schemas.openxmlformats.org/officeDocument/2006/relationships/slideLayout" Target="/ppt/slideLayouts/slideLayout1.xml" Id="R6230546c026b4981" /><Relationship Type="http://schemas.openxmlformats.org/officeDocument/2006/relationships/slideLayout" Target="/ppt/slideLayouts/slideLayout2.xml" Id="R48a76cf4a0574425" /><Relationship Type="http://schemas.openxmlformats.org/officeDocument/2006/relationships/slideLayout" Target="/ppt/slideLayouts/slideLayout3.xml" Id="Re69ea519eba14e04" /><Relationship Type="http://schemas.openxmlformats.org/officeDocument/2006/relationships/slideLayout" Target="/ppt/slideLayouts/slideLayout4.xml" Id="Rf60553c6e1624e4c" /><Relationship Type="http://schemas.openxmlformats.org/officeDocument/2006/relationships/slideLayout" Target="/ppt/slideLayouts/slideLayout5.xml" Id="R2f4330cbe383441c" /><Relationship Type="http://schemas.openxmlformats.org/officeDocument/2006/relationships/slideLayout" Target="/ppt/slideLayouts/slideLayout6.xml" Id="Rd8357877f46244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30546c026b4981"/>
    <p:sldLayoutId xmlns:r="http://schemas.openxmlformats.org/officeDocument/2006/relationships" id="2147483650" r:id="R48a76cf4a0574425"/>
    <p:sldLayoutId xmlns:r="http://schemas.openxmlformats.org/officeDocument/2006/relationships" id="2147483651" r:id="Re69ea519eba14e04"/>
    <p:sldLayoutId xmlns:r="http://schemas.openxmlformats.org/officeDocument/2006/relationships" id="2147483652" r:id="Rf60553c6e1624e4c"/>
    <p:sldLayoutId xmlns:r="http://schemas.openxmlformats.org/officeDocument/2006/relationships" id="2147483653" r:id="R2f4330cbe383441c"/>
    <p:sldLayoutId xmlns:r="http://schemas.openxmlformats.org/officeDocument/2006/relationships" id="2147483654" r:id="Rd8357877f46244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33164843b14ace" /><Relationship Type="http://schemas.openxmlformats.org/officeDocument/2006/relationships/notesSlide" Target="/ppt/notesSlides/notesSlide1.xml" Id="R45f33a52da6548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4e2b08015a4922" /><Relationship Type="http://schemas.openxmlformats.org/officeDocument/2006/relationships/notesSlide" Target="/ppt/notesSlides/notesSlide2.xml" Id="Rb8669805f81e40b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37ee46611c4cf8" /><Relationship Type="http://schemas.openxmlformats.org/officeDocument/2006/relationships/notesSlide" Target="/ppt/notesSlides/notesSlide3.xml" Id="R887e4ad096294c6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997ecbd6ff4c23" /><Relationship Type="http://schemas.openxmlformats.org/officeDocument/2006/relationships/notesSlide" Target="/ppt/notesSlides/notesSlide4.xml" Id="Rcf0de935d5274f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df9130f99d4f4b" /><Relationship Type="http://schemas.openxmlformats.org/officeDocument/2006/relationships/notesSlide" Target="/ppt/notesSlides/notesSlide5.xml" Id="Ra724ed4f705340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76418655e4430d" /><Relationship Type="http://schemas.openxmlformats.org/officeDocument/2006/relationships/notesSlide" Target="/ppt/notesSlides/notesSlide6.xml" Id="R316e561b5e4741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72586fe38d492b" /><Relationship Type="http://schemas.openxmlformats.org/officeDocument/2006/relationships/notesSlide" Target="/ppt/notesSlides/notesSlide7.xml" Id="R83fab2073a8447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a8cf22f71f4ebf" /><Relationship Type="http://schemas.openxmlformats.org/officeDocument/2006/relationships/notesSlide" Target="/ppt/notesSlides/notesSlide8.xml" Id="R71b55f25043c44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8ee3fd37684b8a" /><Relationship Type="http://schemas.openxmlformats.org/officeDocument/2006/relationships/notesSlide" Target="/ppt/notesSlides/notesSlide9.xml" Id="R8e1481e6bf7d4a8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b1525d771a41a4" /><Relationship Type="http://schemas.openxmlformats.org/officeDocument/2006/relationships/notesSlide" Target="/ppt/notesSlides/notesSlide10.xml" Id="R6f9971856b854f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2f63da080044d9b" /><Relationship Type="http://schemas.openxmlformats.org/officeDocument/2006/relationships/notesSlide" Target="/ppt/notesSlides/notesSlide11.xml" Id="Rb8c9e97a8c134b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34660211404e96" /><Relationship Type="http://schemas.openxmlformats.org/officeDocument/2006/relationships/notesSlide" Target="/ppt/notesSlides/notesSlide12.xml" Id="Rd30deee9417846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a9a70bd4014867" /><Relationship Type="http://schemas.openxmlformats.org/officeDocument/2006/relationships/notesSlide" Target="/ppt/notesSlides/notesSlide13.xml" Id="Rc6f811d8639c4e9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3c4e164e994982" /><Relationship Type="http://schemas.openxmlformats.org/officeDocument/2006/relationships/notesSlide" Target="/ppt/notesSlides/notesSlide14.xml" Id="R75216c6dbb2243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02fcbab2394fb9" /><Relationship Type="http://schemas.openxmlformats.org/officeDocument/2006/relationships/notesSlide" Target="/ppt/notesSlides/notesSlide15.xml" Id="R100c9814fe82401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843687dff24182" /><Relationship Type="http://schemas.openxmlformats.org/officeDocument/2006/relationships/notesSlide" Target="/ppt/notesSlides/notesSlide16.xml" Id="Rdb26636cb77243f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9e9a859c554152" /><Relationship Type="http://schemas.openxmlformats.org/officeDocument/2006/relationships/notesSlide" Target="/ppt/notesSlides/notesSlide17.xml" Id="R4c241c3fabe74de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3afb4e7215418d" /><Relationship Type="http://schemas.openxmlformats.org/officeDocument/2006/relationships/notesSlide" Target="/ppt/notesSlides/notesSlide18.xml" Id="R992156c9efc748f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28132f343a4deb" /><Relationship Type="http://schemas.openxmlformats.org/officeDocument/2006/relationships/notesSlide" Target="/ppt/notesSlides/notesSlide19.xml" Id="R07230d4599b5486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fe6e015d474e5c" /><Relationship Type="http://schemas.openxmlformats.org/officeDocument/2006/relationships/notesSlide" Target="/ppt/notesSlides/notesSlide20.xml" Id="R7bc21495a9514ec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0703faf494b1e" /><Relationship Type="http://schemas.openxmlformats.org/officeDocument/2006/relationships/notesSlide" Target="/ppt/notesSlides/notesSlide21.xml" Id="R1c3c8d1aba3e46ee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19c13b4ae348c4" /><Relationship Type="http://schemas.openxmlformats.org/officeDocument/2006/relationships/notesSlide" Target="/ppt/notesSlides/notesSlide22.xml" Id="R1432ea536e2044e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0b511c7dbe43bf" /><Relationship Type="http://schemas.openxmlformats.org/officeDocument/2006/relationships/notesSlide" Target="/ppt/notesSlides/notesSlide23.xml" Id="R5faf50e927e2458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7a048d72f4438e" /><Relationship Type="http://schemas.openxmlformats.org/officeDocument/2006/relationships/notesSlide" Target="/ppt/notesSlides/notesSlide24.xml" Id="Rbef0c23a47e34ceb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39f323722014a93" /><Relationship Type="http://schemas.openxmlformats.org/officeDocument/2006/relationships/notesSlide" Target="/ppt/notesSlides/notesSlide25.xml" Id="R623bead78a2340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ED3C0-B497-4AC8-BC4F-D95944B0B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205377-59B0-4C2B-A2BC-E34BA961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C8E16-8259-4668-A44A-9D774677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472F7B-EE68-43F2-9C4A-12671FD4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3ED1CB-A6B3-4138-A38A-BA5DA61F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AAB623-79C1-4553-BFFD-9C84ED3A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051091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BC819-A89B-45AE-B70A-D60876D6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2E9375-D666-435A-8DB9-5967A859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70A6D-390C-453F-AC47-AD99E2CA7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43C354-346D-4038-9BF7-1C4EAC4C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84CA15-62A3-4ACC-B2F2-09DF6B9D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3720A2-9879-4FB7-BC6C-9B029BA9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559158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F10932-5D61-43A2-BF41-A198D72F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A0615A-FD2E-48CC-91C6-D6FEA4BB1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CFCA6-8F3D-47A8-ABE1-C3CDEE47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B1FEA4-99D3-4C65-8C0C-8D287ECF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16CB3-75F7-4FD8-A50F-34A9F19A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9F4DE-7087-4756-A0E0-89240A03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C1427A-56B6-43EA-A525-A80DE298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3601696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5A7553-33D3-424E-8562-69889ACA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B535F2-9D65-4C81-A21D-5941115A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AA500-F8BD-405B-94AC-3EFC4F2B2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B586A4-2984-4C93-8461-0F11FFFF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B853BC-69F3-428D-B207-EC653BA8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20E5F-E0EA-48B0-B2C6-D5D0E117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8012303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E008CB-7E35-4F9C-83B1-D0F28456E5E0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C54B74-1F55-40F9-AD9C-E21B4057A9D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55422-F9C7-422A-86C7-5F5178FC6359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5C378-6862-49F9-9C95-CE2F60E6EC9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730C4-6814-4A03-9B64-DF7896FE9C88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CD01E6-9F77-41FA-A281-12A06D28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B51F8-9051-4868-87F1-181ED8EE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2148C-07F2-46A0-BA10-82E54C3C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592417-EEA8-429C-B712-991C3541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936D9B-669E-4126-94E2-D3766173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162F46-4CDE-4DDC-8580-06A1A57BB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E5CB7-A9F8-4C1C-AB70-41B84990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251918-D099-40D3-B3EF-2A0AC7DB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B6A8FB-7F39-470C-9E5B-358275C0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D0C0A5-F934-4CFF-90C3-34D3885D0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07475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1E2BEB-3290-4880-B36E-654940C2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A5B07-1A4F-4BBF-BDEA-11E94CE3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64079D-6F56-437F-8161-9BE5DF8C1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716B5D-71DB-4991-A4BA-821899BB0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9EE2C-094A-4F5F-AD58-801694EB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618D9-B280-46AB-90DE-EF7C5C84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D4BFCD-8407-4768-987F-920AF24F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436261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0DB02D-A217-4E43-88C9-2F546BB8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E7D81F-D8B2-43E4-AB2E-20CC1E0B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EACDC-6EA8-4551-A4D5-F2FCFFB09899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6968BF-B58D-45ED-8C69-18D3FDC2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892623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A2D11-0C2A-4B43-A6A2-DBCA40E1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E0654F-96F6-45E6-801D-2B6EA2D80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C3EE5-8DCC-4127-A2F3-C370D17DC7D9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9030DC-1BD9-41CF-BF60-C882CABF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179738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4B4ED-3F38-49D8-BE4F-CE27A9E9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B09FDA-6A55-421F-A6F5-E2B8AE29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431B0-14C3-436D-BE1B-122CC328F3CA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A8A3AE-3E48-454E-B396-B5942680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60533887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973125-ABB8-4635-BB71-DAD1FAF00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E3B4C-9E4C-43AA-9DFB-8C84D1F5A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92E1E-BDA4-4C7F-9AAB-6AD7A24850AF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8C9996-F0E1-4877-8D56-07D6153A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784129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0B0E71-6785-4455-8A0C-059C64494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AEA91-C76E-4BC9-BB84-C8B72A34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965428-7486-4E37-9210-6914D34A64CA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BE75DC-070D-4DEE-9762-C37C45AD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728324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2EAA6-1470-4696-B1AD-A6C50956E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1EB525-0061-452D-BD6F-6FDBAC654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1418B7-7974-46F3-ACDC-D9B4CEDDEA53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A4ECF4-45F9-434D-ADE4-72EDB26B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5468669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DC096-28C5-4A91-B7E4-22BC0F18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637B2A-3D41-48B0-A5B2-07A07F9C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06A829-27E9-46A1-92BB-D7317A52F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0300C-15D6-4523-A0B4-01BCC1C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E2B553-C209-44E1-B885-B72973F9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3E2A47-DEDA-4642-8241-1D1AB2584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4C1DBA-3C22-4111-A51A-B191E83B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8820228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7A4D5-FA60-4095-950F-559473A5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sequential alert-policy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592F1-9BAB-4C77-871D-07412F9B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Earliest safe threshold crossing only; all values are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5677D4-C285-48D8-95F2-E0688C7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2: 1,634 alerts across 3,240 generated cycles; alert precision 0.730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332D6F-9B64-4B1D-BE4D-E78D0AE15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Missed generated events: 484/1,677 (0.289); false alerts: 1.484 per synthetic patient-year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A49A86-A8B5-4E06-9700-C1B3BD6B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Median generated-event lead time: 17.000 days among 790 true-positive cycles with a generated ovulation 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F6D332-8D6B-46BF-851C-7ECB3A980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Safety is evaluated at every snapshot; no later score can change an earlier alert.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7410C-D179-4361-8E01-DD3106EC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9433834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7121E2-0A1B-4B73-927D-4F268D8F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robustness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20F03-4BD6-48E3-81AF-19E521A1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Fixed Tier-2 day-18 model and threshold under predeclared perturbations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C11DB4-C026-4EF7-8055-B5C8D885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At 60% additional forced missing temperature readings: AUROC 0.884, Brier 0.140, safety withholding 1.000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854ED-631D-4EE9-8F73-D0EEB9A9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+0.01°C/day drift: AUROC 0.906, Brier 0.300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688B85-29CB-44BC-9B36-995A0C00B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At a +4-day generated timing shift on independent synthetic cohorts: AUROC 0.863, Brier 0.145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EAE6C-004E-4ED4-A0AF-EDA46A5D7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These are simulator sensitivity tests, not device robustness or clinical validation.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E7FB4E-44BC-4D56-ABC5-A6C9276E8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3604332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79EC44-20B7-498B-9DA7-FDF851CA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Timing-posterior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17946-E869-4495-AFF4-C85A84F1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Train-only calendar/static prior plus temperature, RHR and HRV likelihoods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F4C1DA-980A-4A0F-8EAE-D652A5CB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Bayesian-posterior Brier 0.098; fitted logistic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79AFA-8674-4CFB-BFB3-C2A3AB7AD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Twin minus logistic Brier -0.018, patient-cluster 95% CI [-0.022, -0.014]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C7631D-21BE-4F02-AA0F-71C0BF0D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noninferior synthetic check; still separate interpretation layer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B8C94-0FD3-46E3-A48C-ECF029D4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from the logistic score, threshold, safety gate and alert policy.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90DEB-F8E5-4760-BB94-4D1692D55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4346722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81081-EE1B-45D5-9062-99BF2120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Simulated assay-like extension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A1F33-D19A-4440-959D-EA775C3E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Post-freeze, noisy simulator proxies; neither clinical labs nor measured hormones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661F2B-1747-434E-B14F-D7D9A2FC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Tier 2 plus simulated assay-like indices: AUROC 0.907, standard AP 0.885, Brier 0.118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05496F-747A-4809-AAA8-87BD7D27D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Original Tier-3 oracle-adjacent internal reference: AUROC 0.907, Brier 0.117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B6F58-DFBC-4137-A2E5-15509C06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proxy uses positive exp(latent) values and independent 15% CV assay noise.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714EC-910E-4EC6-955D-7D789FCC4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It retains simulator-internal leakage risk and is not a clinical EHR-fusion claim.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8F9D60-A5C9-4FCE-9E26-4FB52C59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820797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8E2D7E-B917-4FF3-992C-4E1920407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operations measurement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AD0ABF-3362-4EB0-B57C-B4CE3973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One persisted frozen Tier-2 model on the build host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BB750-F9D5-4B2D-9DEF-CADBC5EE0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Cold new-process first prediction: 1193.724 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8436DC-D2C6-4AB8-B138-5D8A7DCD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Warm inference: mean 0.533 ms, p95 0.565 ms across 1,000 calls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C97E0-094A-467B-9695-0D875CF6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Local process peak RSS: 193104 KiB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690BC-5F40-4784-BF17-A1AC9C4DC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Host-specific engineering measurement, not a production-service SLA.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2CFF4-D30F-4905-A481-5A3976B3D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511216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A44841-014B-4100-A34A-71EEA85CB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conformal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68A4F2-2815-478A-9969-73426E71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Marginal classification sets and separate heuristic timing bands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35802-F15F-4884-AF22-06B6316F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Day-18 Tier-2 classification-set coverage: 0.901; mean set size 1.155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A9E53A-11EE-40AF-8673-43900F61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ovulation-day band coverage: 0.056; mean width 24.000 days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29222-6E7F-41B3-B658-C7E35B7AD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classification-set result is near its synthetic 90% target.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3B2A25-CE52-44AC-8055-6DD2400E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day-band result is poor; do not use it as a reliable timing interval.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36AC3E-A2F9-4188-9D34-4F6DF4B2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6231127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FE8DA5-1A14-47BA-8D12-62C3CE5E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C69B8-113D-4A4C-AA67-15147FE9C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0FEB3-57E2-4381-8A72-3A6EFDAEE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14F491-F1CB-463C-9427-A3D66947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0F31B-302F-45C8-BECF-A2BC91B7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74E939-E2CA-4110-8682-FD24C66B9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43BCB5-3E13-45E4-933A-4116360C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5931914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ED2CA-F2D2-49C6-AA0E-D1F8A01E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61904-DAC8-41A0-A141-92C5E8D0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7DB8D9-75D4-4E1F-B154-0F2AE9BC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F4585-2157-4003-8F8E-CC8B2C6C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F1F29-5DDC-486A-8470-E503DACD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384EA-BB99-4584-9109-2A1108D9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7A5C1C-A420-410B-BCA6-AE6BA80E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7403920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C8A354-F815-4869-B86C-5DC105D8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0DCC8-6618-479B-A32C-069F5C2F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64D9B-DAF4-4B78-9780-7D618FA6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6F11E9-0EC1-4866-8E30-DC906A06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0A947-D045-47D2-BD15-6F409FD4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85703-A56A-41DF-9B87-409437292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320181-631A-4BB8-912E-67B84694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51814539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59F5BA-24DD-40F7-BB73-5DA0B6BA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171D64-034A-4F77-94D5-32F0DE80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0C785-0DE3-4435-B037-6F024F65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0A743-7E88-4F27-8353-180BEEFB4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B05D6-D4EF-4F8E-B4BF-CC7D64B4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8599A9-4DCC-44EC-96AD-0AC1B049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C538AB-7D31-40F2-8C93-AD57BEA1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2882197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53494B-FDFD-42DD-9706-210F9D45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388C74-3CC1-4AA1-A696-1B9BC7EA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686DBD-EF98-487C-989A-94B58D52F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958D12-BF43-4E27-87B9-F7BC366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0FC69-4AF1-460F-AE3A-1FA09012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35BB31-30BF-45CE-9ABC-1653AA18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frozen synthetic sequential alert policy is evaluated; robustness and clinical safety effectiveness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77A320-97E9-457F-8287-A17381FA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4717039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233C90-32E1-4315-A4CD-F9A45BFE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F92E4F-9D49-4973-9083-84FCFE60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9F42DB-F345-4915-BE5A-0F160EBB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B68E6D-CE6E-4E12-8BE4-BE51ADA6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0C02D-97AB-4976-B095-09E13373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41F10-6C7E-4FB6-B593-61BE58074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F2C3F3-B0AA-442A-845A-12F453EA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604878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2026-10-20T09:14:15.6700000Z</dcterms:created>
  <dcterms:modified xsi:type="dcterms:W3CDTF">2026-10-20T09:14:15.6700000Z</dcterms:modified>
</coreProperties>
</file>