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3ee48ca58b45e1" /><Relationship Type="http://schemas.openxmlformats.org/officeDocument/2006/relationships/extended-properties" Target="/docProps/app.xml" Id="R1f025a76b1424bac" /><Relationship Type="http://schemas.openxmlformats.org/officeDocument/2006/relationships/officeDocument" Target="/ppt/presentation.xml" Id="R75cc1906f3d843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9dfce903240f2"/>
  </p:sldMasterIdLst>
  <p:notesMasterIdLst>
    <p:notesMasterId xmlns:r="http://schemas.openxmlformats.org/officeDocument/2006/relationships" r:id="Rfdcf4156657745c5"/>
  </p:notesMasterIdLst>
  <p:sldIdLst>
    <p:sldId xmlns:r="http://schemas.openxmlformats.org/officeDocument/2006/relationships" id="256" r:id="Rb52a1ec537c648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49182645f4490" /><Relationship Type="http://schemas.openxmlformats.org/officeDocument/2006/relationships/slideMaster" Target="/ppt/slideMasters/slideMaster1.xml" Id="R1909dfce903240f2" /><Relationship Type="http://schemas.openxmlformats.org/officeDocument/2006/relationships/notesMaster" Target="/ppt/notesMasters/notesMaster1.xml" Id="Rfdcf4156657745c5" /><Relationship Type="http://schemas.openxmlformats.org/officeDocument/2006/relationships/presProps" Target="/ppt/presProps.xml" Id="Re4b2589b08f242ce" /><Relationship Type="http://schemas.openxmlformats.org/officeDocument/2006/relationships/tableStyles" Target="/ppt/tableStyles.xml" Id="R35e37b2514dd4dce" /><Relationship Type="http://schemas.openxmlformats.org/officeDocument/2006/relationships/slide" Target="/ppt/slides/slide1.xml" Id="Rb52a1ec537c6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81e2d1c76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e04b816af4b95" /><Relationship Type="http://schemas.openxmlformats.org/officeDocument/2006/relationships/notesMaster" Target="/ppt/notesMasters/notesMaster1.xml" Id="Rb7709ae30a06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view of the current G1 repository. Planned components are explicitly marked.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f61e47a654d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a5028b51542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3e9891e9d44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abfe65a7f4e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a998612604a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4ce90a11d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6697BC-AD0C-4F2E-A48F-0CC7B645D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2A020A-8B2D-4425-A0EF-CA03BB340B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8D2521-73CC-4785-88F6-76182EC76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3A75C9-6771-47EA-A097-13F9D6A51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CA3156-A1E0-469F-9962-52E798EA36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75D9D1-CBEE-4F54-8388-2F839E656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B2F919-70DD-4CF7-8C86-9F80383C2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C2E3E5-6636-431F-A755-0DBE5332DA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E7C4CF-10F4-4645-9200-93E32AA9C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F95170-3535-45AC-A665-5CBF38AA4A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1d8b096fba47a4" /><Relationship Type="http://schemas.openxmlformats.org/officeDocument/2006/relationships/slideLayout" Target="/ppt/slideLayouts/slideLayout1.xml" Id="Rd74834351acd4470" /><Relationship Type="http://schemas.openxmlformats.org/officeDocument/2006/relationships/slideLayout" Target="/ppt/slideLayouts/slideLayout2.xml" Id="Ref270b0c45a54910" /><Relationship Type="http://schemas.openxmlformats.org/officeDocument/2006/relationships/slideLayout" Target="/ppt/slideLayouts/slideLayout3.xml" Id="Re81f355377444e07" /><Relationship Type="http://schemas.openxmlformats.org/officeDocument/2006/relationships/slideLayout" Target="/ppt/slideLayouts/slideLayout4.xml" Id="R5151dc413f924be7" /><Relationship Type="http://schemas.openxmlformats.org/officeDocument/2006/relationships/slideLayout" Target="/ppt/slideLayouts/slideLayout5.xml" Id="R6f6c3f116c374647" /><Relationship Type="http://schemas.openxmlformats.org/officeDocument/2006/relationships/slideLayout" Target="/ppt/slideLayouts/slideLayout6.xml" Id="R81cbfd65b587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834351acd4470"/>
    <p:sldLayoutId xmlns:r="http://schemas.openxmlformats.org/officeDocument/2006/relationships" id="2147483650" r:id="Ref270b0c45a54910"/>
    <p:sldLayoutId xmlns:r="http://schemas.openxmlformats.org/officeDocument/2006/relationships" id="2147483651" r:id="Re81f355377444e07"/>
    <p:sldLayoutId xmlns:r="http://schemas.openxmlformats.org/officeDocument/2006/relationships" id="2147483652" r:id="R5151dc413f924be7"/>
    <p:sldLayoutId xmlns:r="http://schemas.openxmlformats.org/officeDocument/2006/relationships" id="2147483653" r:id="R6f6c3f116c374647"/>
    <p:sldLayoutId xmlns:r="http://schemas.openxmlformats.org/officeDocument/2006/relationships" id="2147483654" r:id="R81cbfd65b587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a49e0b1854d4c" /><Relationship Type="http://schemas.openxmlformats.org/officeDocument/2006/relationships/notesSlide" Target="/ppt/notesSlides/notesSlide1.xml" Id="R1960ae2d17c5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D3FD2-3529-4189-982E-8707BF3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CycleTwin architecture · G1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019EF-64B3-4357-A087-2BE444C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46A73-B5C8-4501-994E-F6379AC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260B4-8CE3-437A-879D-B8990DA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0CA6-F137-4FDF-8ABC-C468129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Synthetic 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CB493-E8A6-42D7-906F-DAFC8AC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Patients · cycles · noisy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28658-B5E5-4D2F-A319-5D868F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EFF6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7C28-C97D-46B3-B4EC-6F0C171A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Patient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EAA89-14B3-40F1-B448-2FBAB31A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Train · validation · 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B5E03-7882-4842-B1E1-B7048003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C68A4-DA24-4609-8A05-EF35957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Tiered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A5AE3-C613-4A54-B168-3FB4D250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Period · RHR · nightly temp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6898-1D56-4669-8D0C-6AEC57F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6E0A6-E863-4B3C-909A-02FB90BC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BB22E-C128-4374-AC13-2817296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Synthetic XML · local 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6C0FC-4A30-4E0B-9807-C0F9888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9BF9C-5201-4745-ABB5-DA7F314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9E547-97F1-4127-BE60-5A3F83ED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A0BB4-1878-44FE-ADB9-9D81F53D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43375"/>
            <a:ext cx="7391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E6E3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C4EA7-1386-488D-9215-CF2349ED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B3A"/>
                </a:solidFill>
              </a:defRPr>
            </a:defPPr>
            <a:lvl1pPr>
              <a:defRPr sz="1575" b="1">
                <a:solidFill>
                  <a:srgbClr val="172B3A"/>
                </a:solidFill>
              </a:defRPr>
            </a:lvl1pPr>
            <a:lvl2pPr>
              <a:defRPr sz="1575" b="1">
                <a:solidFill>
                  <a:srgbClr val="172B3A"/>
                </a:solidFill>
              </a:defRPr>
            </a:lvl2pPr>
            <a:lvl3pPr>
              <a:defRPr sz="1575" b="1">
                <a:solidFill>
                  <a:srgbClr val="172B3A"/>
                </a:solidFill>
              </a:defRPr>
            </a:lvl3pPr>
            <a:lvl4pPr>
              <a:defRPr sz="1575" b="1">
                <a:solidFill>
                  <a:srgbClr val="172B3A"/>
                </a:solidFill>
              </a:defRPr>
            </a:lvl4pPr>
            <a:lvl5pPr>
              <a:defRPr sz="1575" b="1">
                <a:solidFill>
                  <a:srgbClr val="172B3A"/>
                </a:solidFill>
              </a:defRPr>
            </a:lvl5pPr>
            <a:lvl6pPr>
              <a:defRPr sz="1575" b="1">
                <a:solidFill>
                  <a:srgbClr val="172B3A"/>
                </a:solidFill>
              </a:defRPr>
            </a:lvl6pPr>
            <a:lvl7pPr>
              <a:defRPr sz="1575" b="1">
                <a:solidFill>
                  <a:srgbClr val="172B3A"/>
                </a:solidFill>
              </a:defRPr>
            </a:lvl7pPr>
            <a:lvl8pPr>
              <a:defRPr sz="1575" b="1">
                <a:solidFill>
                  <a:srgbClr val="172B3A"/>
                </a:solidFill>
              </a:defRPr>
            </a:lvl8pPr>
            <a:lvl9pPr>
              <a:defRPr sz="15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Not in G1: coupled twin · CGM/EHR · conformal intervals · abstention · counterfactuals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4A8FC-0858-49DF-9EB3-794956B0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96B76"/>
                </a:solidFill>
              </a:defRPr>
            </a:defPPr>
            <a:lvl1pPr>
              <a:defRPr sz="1350" b="0">
                <a:solidFill>
                  <a:srgbClr val="596B76"/>
                </a:solidFill>
              </a:defRPr>
            </a:lvl1pPr>
            <a:lvl2pPr>
              <a:defRPr sz="1350" b="0">
                <a:solidFill>
                  <a:srgbClr val="596B76"/>
                </a:solidFill>
              </a:defRPr>
            </a:lvl2pPr>
            <a:lvl3pPr>
              <a:defRPr sz="1350" b="0">
                <a:solidFill>
                  <a:srgbClr val="596B76"/>
                </a:solidFill>
              </a:defRPr>
            </a:lvl3pPr>
            <a:lvl4pPr>
              <a:defRPr sz="1350" b="0">
                <a:solidFill>
                  <a:srgbClr val="596B76"/>
                </a:solidFill>
              </a:defRPr>
            </a:lvl4pPr>
            <a:lvl5pPr>
              <a:defRPr sz="1350" b="0">
                <a:solidFill>
                  <a:srgbClr val="596B76"/>
                </a:solidFill>
              </a:defRPr>
            </a:lvl5pPr>
            <a:lvl6pPr>
              <a:defRPr sz="1350" b="0">
                <a:solidFill>
                  <a:srgbClr val="596B76"/>
                </a:solidFill>
              </a:defRPr>
            </a:lvl6pPr>
            <a:lvl7pPr>
              <a:defRPr sz="1350" b="0">
                <a:solidFill>
                  <a:srgbClr val="596B76"/>
                </a:solidFill>
              </a:defRPr>
            </a:lvl7pPr>
            <a:lvl8pPr>
              <a:defRPr sz="1350" b="0">
                <a:solidFill>
                  <a:srgbClr val="596B76"/>
                </a:solidFill>
              </a:defRPr>
            </a:lvl8pPr>
            <a:lvl9pPr>
              <a:defRPr sz="135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B76"/>
                </a:solidFill>
              </a:defRPr>
            </a:pPr>
            <a:r>
              <a:rPr sz="1350" b="0">
                <a:solidFill>
                  <a:srgbClr val="596B76"/>
                </a:solidFill>
              </a:rPr>
              <a:t>Synthetic-only decision-support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01562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2026-10-19T15:14:03.9400000Z</dcterms:created>
  <dcterms:modified xsi:type="dcterms:W3CDTF">2026-10-19T15:14:03.9400000Z</dcterms:modified>
</coreProperties>
</file>